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1" r:id="rId4"/>
  </p:sldMasterIdLst>
  <p:notesMasterIdLst>
    <p:notesMasterId r:id="rId23"/>
  </p:notesMasterIdLst>
  <p:handoutMasterIdLst>
    <p:handoutMasterId r:id="rId24"/>
  </p:handoutMasterIdLst>
  <p:sldIdLst>
    <p:sldId id="410" r:id="rId5"/>
    <p:sldId id="389" r:id="rId6"/>
    <p:sldId id="391" r:id="rId7"/>
    <p:sldId id="411" r:id="rId8"/>
    <p:sldId id="412" r:id="rId9"/>
    <p:sldId id="413" r:id="rId10"/>
    <p:sldId id="415" r:id="rId11"/>
    <p:sldId id="416" r:id="rId12"/>
    <p:sldId id="417" r:id="rId13"/>
    <p:sldId id="418" r:id="rId14"/>
    <p:sldId id="419" r:id="rId15"/>
    <p:sldId id="404" r:id="rId16"/>
    <p:sldId id="422" r:id="rId17"/>
    <p:sldId id="424" r:id="rId18"/>
    <p:sldId id="427" r:id="rId19"/>
    <p:sldId id="428" r:id="rId20"/>
    <p:sldId id="429" r:id="rId21"/>
    <p:sldId id="3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294" autoAdjust="0"/>
    <p:restoredTop sz="96327" autoAdjust="0"/>
  </p:normalViewPr>
  <p:slideViewPr>
    <p:cSldViewPr snapToGrid="0">
      <p:cViewPr varScale="1">
        <p:scale>
          <a:sx n="73" d="100"/>
          <a:sy n="73" d="100"/>
        </p:scale>
        <p:origin x="402"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58" d="100"/>
          <a:sy n="58" d="100"/>
        </p:scale>
        <p:origin x="3240"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narthanan Marimuthu" userId="2d0cf8033064964a" providerId="LiveId" clId="{278C06FF-BBA3-492D-AFB6-04B2FDBA1D50}"/>
    <pc:docChg chg="undo custSel addSld delSld modSld sldOrd">
      <pc:chgData name="Janarthanan Marimuthu" userId="2d0cf8033064964a" providerId="LiveId" clId="{278C06FF-BBA3-492D-AFB6-04B2FDBA1D50}" dt="2025-09-21T04:39:47.235" v="373" actId="11529"/>
      <pc:docMkLst>
        <pc:docMk/>
      </pc:docMkLst>
      <pc:sldChg chg="addSp delSp modSp mod">
        <pc:chgData name="Janarthanan Marimuthu" userId="2d0cf8033064964a" providerId="LiveId" clId="{278C06FF-BBA3-492D-AFB6-04B2FDBA1D50}" dt="2025-09-20T16:29:14.368" v="58" actId="478"/>
        <pc:sldMkLst>
          <pc:docMk/>
          <pc:sldMk cId="4261132419" sldId="398"/>
        </pc:sldMkLst>
        <pc:spChg chg="del">
          <ac:chgData name="Janarthanan Marimuthu" userId="2d0cf8033064964a" providerId="LiveId" clId="{278C06FF-BBA3-492D-AFB6-04B2FDBA1D50}" dt="2025-09-20T16:29:11.432" v="57" actId="478"/>
          <ac:spMkLst>
            <pc:docMk/>
            <pc:sldMk cId="4261132419" sldId="398"/>
            <ac:spMk id="3" creationId="{8BE734F0-2DDD-AF70-F13D-F9E4C1929411}"/>
          </ac:spMkLst>
        </pc:spChg>
        <pc:spChg chg="add del mod">
          <ac:chgData name="Janarthanan Marimuthu" userId="2d0cf8033064964a" providerId="LiveId" clId="{278C06FF-BBA3-492D-AFB6-04B2FDBA1D50}" dt="2025-09-20T16:29:14.368" v="58" actId="478"/>
          <ac:spMkLst>
            <pc:docMk/>
            <pc:sldMk cId="4261132419" sldId="398"/>
            <ac:spMk id="5" creationId="{6999A8FF-D043-0272-E26E-425654542C10}"/>
          </ac:spMkLst>
        </pc:spChg>
      </pc:sldChg>
      <pc:sldChg chg="del">
        <pc:chgData name="Janarthanan Marimuthu" userId="2d0cf8033064964a" providerId="LiveId" clId="{278C06FF-BBA3-492D-AFB6-04B2FDBA1D50}" dt="2025-09-21T04:18:14.069" v="59" actId="47"/>
        <pc:sldMkLst>
          <pc:docMk/>
          <pc:sldMk cId="752428618" sldId="403"/>
        </pc:sldMkLst>
      </pc:sldChg>
      <pc:sldChg chg="addSp delSp modSp mod">
        <pc:chgData name="Janarthanan Marimuthu" userId="2d0cf8033064964a" providerId="LiveId" clId="{278C06FF-BBA3-492D-AFB6-04B2FDBA1D50}" dt="2025-09-21T04:19:28.243" v="71" actId="14100"/>
        <pc:sldMkLst>
          <pc:docMk/>
          <pc:sldMk cId="1850768898" sldId="404"/>
        </pc:sldMkLst>
        <pc:spChg chg="mod">
          <ac:chgData name="Janarthanan Marimuthu" userId="2d0cf8033064964a" providerId="LiveId" clId="{278C06FF-BBA3-492D-AFB6-04B2FDBA1D50}" dt="2025-09-20T16:28:42.930" v="56" actId="20577"/>
          <ac:spMkLst>
            <pc:docMk/>
            <pc:sldMk cId="1850768898" sldId="404"/>
            <ac:spMk id="2" creationId="{F0759DC4-8B30-98A0-5BAB-C78BA4A4AD55}"/>
          </ac:spMkLst>
        </pc:spChg>
        <pc:spChg chg="mod">
          <ac:chgData name="Janarthanan Marimuthu" userId="2d0cf8033064964a" providerId="LiveId" clId="{278C06FF-BBA3-492D-AFB6-04B2FDBA1D50}" dt="2025-09-21T04:19:28.243" v="71" actId="14100"/>
          <ac:spMkLst>
            <pc:docMk/>
            <pc:sldMk cId="1850768898" sldId="404"/>
            <ac:spMk id="3" creationId="{4096FB3A-B62C-3DAB-4FD1-B4EBDD650AEF}"/>
          </ac:spMkLst>
        </pc:spChg>
        <pc:spChg chg="del">
          <ac:chgData name="Janarthanan Marimuthu" userId="2d0cf8033064964a" providerId="LiveId" clId="{278C06FF-BBA3-492D-AFB6-04B2FDBA1D50}" dt="2025-09-21T04:18:25.917" v="60" actId="478"/>
          <ac:spMkLst>
            <pc:docMk/>
            <pc:sldMk cId="1850768898" sldId="404"/>
            <ac:spMk id="4" creationId="{43E198AA-251D-4446-30C4-8F2FA7F6A72C}"/>
          </ac:spMkLst>
        </pc:spChg>
        <pc:spChg chg="add del mod">
          <ac:chgData name="Janarthanan Marimuthu" userId="2d0cf8033064964a" providerId="LiveId" clId="{278C06FF-BBA3-492D-AFB6-04B2FDBA1D50}" dt="2025-09-21T04:18:29.032" v="61" actId="478"/>
          <ac:spMkLst>
            <pc:docMk/>
            <pc:sldMk cId="1850768898" sldId="404"/>
            <ac:spMk id="6" creationId="{8C90D233-E08E-2999-6C9B-A20D0BC6E761}"/>
          </ac:spMkLst>
        </pc:spChg>
      </pc:sldChg>
      <pc:sldChg chg="modSp del mod">
        <pc:chgData name="Janarthanan Marimuthu" userId="2d0cf8033064964a" providerId="LiveId" clId="{278C06FF-BBA3-492D-AFB6-04B2FDBA1D50}" dt="2025-09-20T16:28:25.380" v="16" actId="2696"/>
        <pc:sldMkLst>
          <pc:docMk/>
          <pc:sldMk cId="4127695141" sldId="405"/>
        </pc:sldMkLst>
        <pc:spChg chg="mod">
          <ac:chgData name="Janarthanan Marimuthu" userId="2d0cf8033064964a" providerId="LiveId" clId="{278C06FF-BBA3-492D-AFB6-04B2FDBA1D50}" dt="2025-09-20T16:28:15.393" v="15" actId="20577"/>
          <ac:spMkLst>
            <pc:docMk/>
            <pc:sldMk cId="4127695141" sldId="405"/>
            <ac:spMk id="6" creationId="{76A9A9A7-F1D2-237D-AC72-E21A286F0A6F}"/>
          </ac:spMkLst>
        </pc:spChg>
      </pc:sldChg>
      <pc:sldChg chg="del">
        <pc:chgData name="Janarthanan Marimuthu" userId="2d0cf8033064964a" providerId="LiveId" clId="{278C06FF-BBA3-492D-AFB6-04B2FDBA1D50}" dt="2025-09-21T04:19:34.355" v="72" actId="2696"/>
        <pc:sldMkLst>
          <pc:docMk/>
          <pc:sldMk cId="3088225330" sldId="407"/>
        </pc:sldMkLst>
      </pc:sldChg>
      <pc:sldChg chg="addSp modSp mod">
        <pc:chgData name="Janarthanan Marimuthu" userId="2d0cf8033064964a" providerId="LiveId" clId="{278C06FF-BBA3-492D-AFB6-04B2FDBA1D50}" dt="2025-09-21T04:39:47.235" v="373" actId="11529"/>
        <pc:sldMkLst>
          <pc:docMk/>
          <pc:sldMk cId="2267139923" sldId="416"/>
        </pc:sldMkLst>
        <pc:picChg chg="add mod">
          <ac:chgData name="Janarthanan Marimuthu" userId="2d0cf8033064964a" providerId="LiveId" clId="{278C06FF-BBA3-492D-AFB6-04B2FDBA1D50}" dt="2025-09-21T04:39:32.678" v="372" actId="1076"/>
          <ac:picMkLst>
            <pc:docMk/>
            <pc:sldMk cId="2267139923" sldId="416"/>
            <ac:picMk id="5" creationId="{0F8C8722-D6F7-901F-DCEA-20FF3C545281}"/>
          </ac:picMkLst>
        </pc:picChg>
        <pc:picChg chg="mod">
          <ac:chgData name="Janarthanan Marimuthu" userId="2d0cf8033064964a" providerId="LiveId" clId="{278C06FF-BBA3-492D-AFB6-04B2FDBA1D50}" dt="2025-09-21T04:39:29.762" v="371" actId="1076"/>
          <ac:picMkLst>
            <pc:docMk/>
            <pc:sldMk cId="2267139923" sldId="416"/>
            <ac:picMk id="6" creationId="{8C079BDA-C865-1D68-433C-5045CD4DA5CC}"/>
          </ac:picMkLst>
        </pc:picChg>
        <pc:cxnChg chg="add">
          <ac:chgData name="Janarthanan Marimuthu" userId="2d0cf8033064964a" providerId="LiveId" clId="{278C06FF-BBA3-492D-AFB6-04B2FDBA1D50}" dt="2025-09-21T04:39:47.235" v="373" actId="11529"/>
          <ac:cxnSpMkLst>
            <pc:docMk/>
            <pc:sldMk cId="2267139923" sldId="416"/>
            <ac:cxnSpMk id="8" creationId="{85FFE143-8C84-81F7-EFD5-3660D05765DA}"/>
          </ac:cxnSpMkLst>
        </pc:cxnChg>
      </pc:sldChg>
      <pc:sldChg chg="addSp delSp modSp add mod ord">
        <pc:chgData name="Janarthanan Marimuthu" userId="2d0cf8033064964a" providerId="LiveId" clId="{278C06FF-BBA3-492D-AFB6-04B2FDBA1D50}" dt="2025-09-21T04:27:14.576" v="196" actId="2710"/>
        <pc:sldMkLst>
          <pc:docMk/>
          <pc:sldMk cId="1475538424" sldId="422"/>
        </pc:sldMkLst>
        <pc:spChg chg="mod">
          <ac:chgData name="Janarthanan Marimuthu" userId="2d0cf8033064964a" providerId="LiveId" clId="{278C06FF-BBA3-492D-AFB6-04B2FDBA1D50}" dt="2025-09-21T04:20:59.340" v="129" actId="255"/>
          <ac:spMkLst>
            <pc:docMk/>
            <pc:sldMk cId="1475538424" sldId="422"/>
            <ac:spMk id="2" creationId="{FFCEFF9F-E883-BC67-26A3-F8B15A37F686}"/>
          </ac:spMkLst>
        </pc:spChg>
        <pc:spChg chg="add del">
          <ac:chgData name="Janarthanan Marimuthu" userId="2d0cf8033064964a" providerId="LiveId" clId="{278C06FF-BBA3-492D-AFB6-04B2FDBA1D50}" dt="2025-09-21T04:20:28.620" v="87" actId="478"/>
          <ac:spMkLst>
            <pc:docMk/>
            <pc:sldMk cId="1475538424" sldId="422"/>
            <ac:spMk id="4" creationId="{40B66909-A39A-B4C0-6F20-755D6EAD8D7B}"/>
          </ac:spMkLst>
        </pc:spChg>
        <pc:spChg chg="add mod">
          <ac:chgData name="Janarthanan Marimuthu" userId="2d0cf8033064964a" providerId="LiveId" clId="{278C06FF-BBA3-492D-AFB6-04B2FDBA1D50}" dt="2025-09-21T04:27:14.576" v="196" actId="2710"/>
          <ac:spMkLst>
            <pc:docMk/>
            <pc:sldMk cId="1475538424" sldId="422"/>
            <ac:spMk id="8" creationId="{5CCD9B0F-F4D8-FDEB-1D4E-5D27620F0468}"/>
          </ac:spMkLst>
        </pc:spChg>
        <pc:picChg chg="del">
          <ac:chgData name="Janarthanan Marimuthu" userId="2d0cf8033064964a" providerId="LiveId" clId="{278C06FF-BBA3-492D-AFB6-04B2FDBA1D50}" dt="2025-09-21T04:20:14.566" v="81" actId="478"/>
          <ac:picMkLst>
            <pc:docMk/>
            <pc:sldMk cId="1475538424" sldId="422"/>
            <ac:picMk id="5" creationId="{3663B4C0-CE52-C345-13AC-75A097B7F03B}"/>
          </ac:picMkLst>
        </pc:picChg>
        <pc:picChg chg="add mod">
          <ac:chgData name="Janarthanan Marimuthu" userId="2d0cf8033064964a" providerId="LiveId" clId="{278C06FF-BBA3-492D-AFB6-04B2FDBA1D50}" dt="2025-09-21T04:21:42.614" v="132" actId="1076"/>
          <ac:picMkLst>
            <pc:docMk/>
            <pc:sldMk cId="1475538424" sldId="422"/>
            <ac:picMk id="6" creationId="{941CACCB-B763-75F5-1AB5-5FDF9366CA3B}"/>
          </ac:picMkLst>
        </pc:picChg>
        <pc:picChg chg="del">
          <ac:chgData name="Janarthanan Marimuthu" userId="2d0cf8033064964a" providerId="LiveId" clId="{278C06FF-BBA3-492D-AFB6-04B2FDBA1D50}" dt="2025-09-21T04:20:16.014" v="82" actId="478"/>
          <ac:picMkLst>
            <pc:docMk/>
            <pc:sldMk cId="1475538424" sldId="422"/>
            <ac:picMk id="7" creationId="{B4F641C1-5659-204B-0CE2-4C6B41C37E43}"/>
          </ac:picMkLst>
        </pc:picChg>
      </pc:sldChg>
      <pc:sldChg chg="addSp delSp modSp add mod">
        <pc:chgData name="Janarthanan Marimuthu" userId="2d0cf8033064964a" providerId="LiveId" clId="{278C06FF-BBA3-492D-AFB6-04B2FDBA1D50}" dt="2025-09-21T04:28:15.727" v="205" actId="2710"/>
        <pc:sldMkLst>
          <pc:docMk/>
          <pc:sldMk cId="89872404" sldId="423"/>
        </pc:sldMkLst>
        <pc:spChg chg="add mod">
          <ac:chgData name="Janarthanan Marimuthu" userId="2d0cf8033064964a" providerId="LiveId" clId="{278C06FF-BBA3-492D-AFB6-04B2FDBA1D50}" dt="2025-09-21T04:28:15.727" v="205" actId="2710"/>
          <ac:spMkLst>
            <pc:docMk/>
            <pc:sldMk cId="89872404" sldId="423"/>
            <ac:spMk id="5" creationId="{17BE2B6C-45BC-43E6-DDA7-2E92310DEC75}"/>
          </ac:spMkLst>
        </pc:spChg>
        <pc:picChg chg="add mod">
          <ac:chgData name="Janarthanan Marimuthu" userId="2d0cf8033064964a" providerId="LiveId" clId="{278C06FF-BBA3-492D-AFB6-04B2FDBA1D50}" dt="2025-09-21T04:22:42.152" v="144" actId="1076"/>
          <ac:picMkLst>
            <pc:docMk/>
            <pc:sldMk cId="89872404" sldId="423"/>
            <ac:picMk id="4" creationId="{B7A6CB87-DEAE-AABF-0F1B-81BEDAA6E3B2}"/>
          </ac:picMkLst>
        </pc:picChg>
        <pc:picChg chg="del">
          <ac:chgData name="Janarthanan Marimuthu" userId="2d0cf8033064964a" providerId="LiveId" clId="{278C06FF-BBA3-492D-AFB6-04B2FDBA1D50}" dt="2025-09-21T04:22:15.883" v="139" actId="478"/>
          <ac:picMkLst>
            <pc:docMk/>
            <pc:sldMk cId="89872404" sldId="423"/>
            <ac:picMk id="6" creationId="{5D60A3B2-FDC8-004E-7D13-F991FB10B64C}"/>
          </ac:picMkLst>
        </pc:picChg>
      </pc:sldChg>
      <pc:sldChg chg="add del">
        <pc:chgData name="Janarthanan Marimuthu" userId="2d0cf8033064964a" providerId="LiveId" clId="{278C06FF-BBA3-492D-AFB6-04B2FDBA1D50}" dt="2025-09-21T04:21:58.157" v="133" actId="47"/>
        <pc:sldMkLst>
          <pc:docMk/>
          <pc:sldMk cId="3145373322" sldId="423"/>
        </pc:sldMkLst>
      </pc:sldChg>
      <pc:sldChg chg="add del">
        <pc:chgData name="Janarthanan Marimuthu" userId="2d0cf8033064964a" providerId="LiveId" clId="{278C06FF-BBA3-492D-AFB6-04B2FDBA1D50}" dt="2025-09-21T04:21:59.168" v="134" actId="47"/>
        <pc:sldMkLst>
          <pc:docMk/>
          <pc:sldMk cId="2226590724" sldId="424"/>
        </pc:sldMkLst>
      </pc:sldChg>
      <pc:sldChg chg="addSp delSp modSp add mod">
        <pc:chgData name="Janarthanan Marimuthu" userId="2d0cf8033064964a" providerId="LiveId" clId="{278C06FF-BBA3-492D-AFB6-04B2FDBA1D50}" dt="2025-09-21T04:29:11.329" v="213" actId="1076"/>
        <pc:sldMkLst>
          <pc:docMk/>
          <pc:sldMk cId="3905476095" sldId="424"/>
        </pc:sldMkLst>
        <pc:spChg chg="mod">
          <ac:chgData name="Janarthanan Marimuthu" userId="2d0cf8033064964a" providerId="LiveId" clId="{278C06FF-BBA3-492D-AFB6-04B2FDBA1D50}" dt="2025-09-21T04:23:09.716" v="148" actId="20577"/>
          <ac:spMkLst>
            <pc:docMk/>
            <pc:sldMk cId="3905476095" sldId="424"/>
            <ac:spMk id="2" creationId="{E749D456-61DC-BA17-8B46-114A79887C63}"/>
          </ac:spMkLst>
        </pc:spChg>
        <pc:spChg chg="add mod">
          <ac:chgData name="Janarthanan Marimuthu" userId="2d0cf8033064964a" providerId="LiveId" clId="{278C06FF-BBA3-492D-AFB6-04B2FDBA1D50}" dt="2025-09-21T04:29:11.329" v="213" actId="1076"/>
          <ac:spMkLst>
            <pc:docMk/>
            <pc:sldMk cId="3905476095" sldId="424"/>
            <ac:spMk id="6" creationId="{04DE54F3-D9E1-B8C9-6B9F-062D03CD250F}"/>
          </ac:spMkLst>
        </pc:spChg>
        <pc:picChg chg="del">
          <ac:chgData name="Janarthanan Marimuthu" userId="2d0cf8033064964a" providerId="LiveId" clId="{278C06FF-BBA3-492D-AFB6-04B2FDBA1D50}" dt="2025-09-21T04:23:13.805" v="149" actId="478"/>
          <ac:picMkLst>
            <pc:docMk/>
            <pc:sldMk cId="3905476095" sldId="424"/>
            <ac:picMk id="4" creationId="{E4997FBA-D188-A933-498B-887A952C972B}"/>
          </ac:picMkLst>
        </pc:picChg>
        <pc:picChg chg="add mod">
          <ac:chgData name="Janarthanan Marimuthu" userId="2d0cf8033064964a" providerId="LiveId" clId="{278C06FF-BBA3-492D-AFB6-04B2FDBA1D50}" dt="2025-09-21T04:23:39.763" v="152" actId="1076"/>
          <ac:picMkLst>
            <pc:docMk/>
            <pc:sldMk cId="3905476095" sldId="424"/>
            <ac:picMk id="5" creationId="{01855852-D146-0AB3-7088-2FEBB642CAB5}"/>
          </ac:picMkLst>
        </pc:picChg>
      </pc:sldChg>
      <pc:sldChg chg="addSp delSp modSp add mod">
        <pc:chgData name="Janarthanan Marimuthu" userId="2d0cf8033064964a" providerId="LiveId" clId="{278C06FF-BBA3-492D-AFB6-04B2FDBA1D50}" dt="2025-09-21T04:30:03.389" v="221" actId="2710"/>
        <pc:sldMkLst>
          <pc:docMk/>
          <pc:sldMk cId="252160099" sldId="425"/>
        </pc:sldMkLst>
        <pc:spChg chg="add del">
          <ac:chgData name="Janarthanan Marimuthu" userId="2d0cf8033064964a" providerId="LiveId" clId="{278C06FF-BBA3-492D-AFB6-04B2FDBA1D50}" dt="2025-09-21T04:29:27.756" v="215" actId="478"/>
          <ac:spMkLst>
            <pc:docMk/>
            <pc:sldMk cId="252160099" sldId="425"/>
            <ac:spMk id="7" creationId="{F1684AC9-7B08-8E62-7A01-1412C05C8DBF}"/>
          </ac:spMkLst>
        </pc:spChg>
        <pc:spChg chg="add mod">
          <ac:chgData name="Janarthanan Marimuthu" userId="2d0cf8033064964a" providerId="LiveId" clId="{278C06FF-BBA3-492D-AFB6-04B2FDBA1D50}" dt="2025-09-21T04:30:03.389" v="221" actId="2710"/>
          <ac:spMkLst>
            <pc:docMk/>
            <pc:sldMk cId="252160099" sldId="425"/>
            <ac:spMk id="8" creationId="{E5A7D8D4-D637-5733-0E0A-4B1E13C54F44}"/>
          </ac:spMkLst>
        </pc:spChg>
        <pc:picChg chg="add mod">
          <ac:chgData name="Janarthanan Marimuthu" userId="2d0cf8033064964a" providerId="LiveId" clId="{278C06FF-BBA3-492D-AFB6-04B2FDBA1D50}" dt="2025-09-21T04:24:05.719" v="159" actId="1076"/>
          <ac:picMkLst>
            <pc:docMk/>
            <pc:sldMk cId="252160099" sldId="425"/>
            <ac:picMk id="4" creationId="{253AAABE-6C41-775F-E823-EE98EF9F3B41}"/>
          </ac:picMkLst>
        </pc:picChg>
        <pc:picChg chg="del">
          <ac:chgData name="Janarthanan Marimuthu" userId="2d0cf8033064964a" providerId="LiveId" clId="{278C06FF-BBA3-492D-AFB6-04B2FDBA1D50}" dt="2025-09-21T04:23:49.234" v="154" actId="478"/>
          <ac:picMkLst>
            <pc:docMk/>
            <pc:sldMk cId="252160099" sldId="425"/>
            <ac:picMk id="5" creationId="{69CDB990-0AC2-BB0F-50F4-1FF1EE022F85}"/>
          </ac:picMkLst>
        </pc:picChg>
      </pc:sldChg>
      <pc:sldChg chg="add del">
        <pc:chgData name="Janarthanan Marimuthu" userId="2d0cf8033064964a" providerId="LiveId" clId="{278C06FF-BBA3-492D-AFB6-04B2FDBA1D50}" dt="2025-09-21T04:22:00.635" v="135" actId="47"/>
        <pc:sldMkLst>
          <pc:docMk/>
          <pc:sldMk cId="4201739433" sldId="425"/>
        </pc:sldMkLst>
      </pc:sldChg>
      <pc:sldChg chg="addSp delSp modSp add mod">
        <pc:chgData name="Janarthanan Marimuthu" userId="2d0cf8033064964a" providerId="LiveId" clId="{278C06FF-BBA3-492D-AFB6-04B2FDBA1D50}" dt="2025-09-21T04:30:44.514" v="229" actId="2710"/>
        <pc:sldMkLst>
          <pc:docMk/>
          <pc:sldMk cId="2634683800" sldId="426"/>
        </pc:sldMkLst>
        <pc:spChg chg="mod">
          <ac:chgData name="Janarthanan Marimuthu" userId="2d0cf8033064964a" providerId="LiveId" clId="{278C06FF-BBA3-492D-AFB6-04B2FDBA1D50}" dt="2025-09-21T04:24:19.325" v="165" actId="20577"/>
          <ac:spMkLst>
            <pc:docMk/>
            <pc:sldMk cId="2634683800" sldId="426"/>
            <ac:spMk id="2" creationId="{DBBD3A61-F765-7F4A-ECB1-AB60C5DC03E2}"/>
          </ac:spMkLst>
        </pc:spChg>
        <pc:spChg chg="add mod">
          <ac:chgData name="Janarthanan Marimuthu" userId="2d0cf8033064964a" providerId="LiveId" clId="{278C06FF-BBA3-492D-AFB6-04B2FDBA1D50}" dt="2025-09-21T04:30:44.514" v="229" actId="2710"/>
          <ac:spMkLst>
            <pc:docMk/>
            <pc:sldMk cId="2634683800" sldId="426"/>
            <ac:spMk id="6" creationId="{FF4FE495-F69A-EC2D-4B5B-2BB744A2381C}"/>
          </ac:spMkLst>
        </pc:spChg>
        <pc:picChg chg="del">
          <ac:chgData name="Janarthanan Marimuthu" userId="2d0cf8033064964a" providerId="LiveId" clId="{278C06FF-BBA3-492D-AFB6-04B2FDBA1D50}" dt="2025-09-21T04:24:22.743" v="166" actId="478"/>
          <ac:picMkLst>
            <pc:docMk/>
            <pc:sldMk cId="2634683800" sldId="426"/>
            <ac:picMk id="4" creationId="{13580964-B4A0-C429-3E3C-2F3DBB7ECB3C}"/>
          </ac:picMkLst>
        </pc:picChg>
        <pc:picChg chg="add mod">
          <ac:chgData name="Janarthanan Marimuthu" userId="2d0cf8033064964a" providerId="LiveId" clId="{278C06FF-BBA3-492D-AFB6-04B2FDBA1D50}" dt="2025-09-21T04:24:46.844" v="171" actId="1076"/>
          <ac:picMkLst>
            <pc:docMk/>
            <pc:sldMk cId="2634683800" sldId="426"/>
            <ac:picMk id="5" creationId="{15AD2B56-3DAF-3F96-F26E-6986BC20ABF8}"/>
          </ac:picMkLst>
        </pc:picChg>
      </pc:sldChg>
      <pc:sldChg chg="add del">
        <pc:chgData name="Janarthanan Marimuthu" userId="2d0cf8033064964a" providerId="LiveId" clId="{278C06FF-BBA3-492D-AFB6-04B2FDBA1D50}" dt="2025-09-21T04:22:01.984" v="136" actId="47"/>
        <pc:sldMkLst>
          <pc:docMk/>
          <pc:sldMk cId="3355807405" sldId="426"/>
        </pc:sldMkLst>
      </pc:sldChg>
      <pc:sldChg chg="add del">
        <pc:chgData name="Janarthanan Marimuthu" userId="2d0cf8033064964a" providerId="LiveId" clId="{278C06FF-BBA3-492D-AFB6-04B2FDBA1D50}" dt="2025-09-21T04:22:03.122" v="137" actId="47"/>
        <pc:sldMkLst>
          <pc:docMk/>
          <pc:sldMk cId="1299165824" sldId="427"/>
        </pc:sldMkLst>
      </pc:sldChg>
      <pc:sldChg chg="addSp delSp modSp add mod">
        <pc:chgData name="Janarthanan Marimuthu" userId="2d0cf8033064964a" providerId="LiveId" clId="{278C06FF-BBA3-492D-AFB6-04B2FDBA1D50}" dt="2025-09-21T04:32:12.051" v="249" actId="1076"/>
        <pc:sldMkLst>
          <pc:docMk/>
          <pc:sldMk cId="2062312717" sldId="427"/>
        </pc:sldMkLst>
        <pc:spChg chg="add mod">
          <ac:chgData name="Janarthanan Marimuthu" userId="2d0cf8033064964a" providerId="LiveId" clId="{278C06FF-BBA3-492D-AFB6-04B2FDBA1D50}" dt="2025-09-21T04:32:12.051" v="249" actId="1076"/>
          <ac:spMkLst>
            <pc:docMk/>
            <pc:sldMk cId="2062312717" sldId="427"/>
            <ac:spMk id="6" creationId="{262F685C-ABCA-92E0-7795-47AB848AA344}"/>
          </ac:spMkLst>
        </pc:spChg>
        <pc:picChg chg="add mod">
          <ac:chgData name="Janarthanan Marimuthu" userId="2d0cf8033064964a" providerId="LiveId" clId="{278C06FF-BBA3-492D-AFB6-04B2FDBA1D50}" dt="2025-09-21T04:25:19.015" v="178" actId="1076"/>
          <ac:picMkLst>
            <pc:docMk/>
            <pc:sldMk cId="2062312717" sldId="427"/>
            <ac:picMk id="4" creationId="{2FA6B1BF-CD9A-EF82-D88E-F414692672D4}"/>
          </ac:picMkLst>
        </pc:picChg>
        <pc:picChg chg="del">
          <ac:chgData name="Janarthanan Marimuthu" userId="2d0cf8033064964a" providerId="LiveId" clId="{278C06FF-BBA3-492D-AFB6-04B2FDBA1D50}" dt="2025-09-21T04:24:53.519" v="173" actId="478"/>
          <ac:picMkLst>
            <pc:docMk/>
            <pc:sldMk cId="2062312717" sldId="427"/>
            <ac:picMk id="5" creationId="{691C1689-9C04-F2D5-1857-D1E2E0F474EB}"/>
          </ac:picMkLst>
        </pc:picChg>
      </pc:sldChg>
      <pc:sldChg chg="addSp delSp modSp add mod">
        <pc:chgData name="Janarthanan Marimuthu" userId="2d0cf8033064964a" providerId="LiveId" clId="{278C06FF-BBA3-492D-AFB6-04B2FDBA1D50}" dt="2025-09-21T04:34:36.752" v="270" actId="12"/>
        <pc:sldMkLst>
          <pc:docMk/>
          <pc:sldMk cId="3155762982" sldId="428"/>
        </pc:sldMkLst>
        <pc:spChg chg="add del mod">
          <ac:chgData name="Janarthanan Marimuthu" userId="2d0cf8033064964a" providerId="LiveId" clId="{278C06FF-BBA3-492D-AFB6-04B2FDBA1D50}" dt="2025-09-21T04:33:42.057" v="261" actId="1076"/>
          <ac:spMkLst>
            <pc:docMk/>
            <pc:sldMk cId="3155762982" sldId="428"/>
            <ac:spMk id="2" creationId="{24B98BCF-C73D-ECF2-517F-7906B23CA479}"/>
          </ac:spMkLst>
        </pc:spChg>
        <pc:spChg chg="add mod">
          <ac:chgData name="Janarthanan Marimuthu" userId="2d0cf8033064964a" providerId="LiveId" clId="{278C06FF-BBA3-492D-AFB6-04B2FDBA1D50}" dt="2025-09-21T04:34:36.752" v="270" actId="12"/>
          <ac:spMkLst>
            <pc:docMk/>
            <pc:sldMk cId="3155762982" sldId="428"/>
            <ac:spMk id="5" creationId="{B7D28D73-4692-322C-CAA1-B6841B280FDC}"/>
          </ac:spMkLst>
        </pc:spChg>
        <pc:spChg chg="del">
          <ac:chgData name="Janarthanan Marimuthu" userId="2d0cf8033064964a" providerId="LiveId" clId="{278C06FF-BBA3-492D-AFB6-04B2FDBA1D50}" dt="2025-09-21T04:32:47.160" v="252" actId="478"/>
          <ac:spMkLst>
            <pc:docMk/>
            <pc:sldMk cId="3155762982" sldId="428"/>
            <ac:spMk id="6" creationId="{723A6703-8B8C-0C65-4EC8-07511428A870}"/>
          </ac:spMkLst>
        </pc:spChg>
        <pc:picChg chg="del">
          <ac:chgData name="Janarthanan Marimuthu" userId="2d0cf8033064964a" providerId="LiveId" clId="{278C06FF-BBA3-492D-AFB6-04B2FDBA1D50}" dt="2025-09-21T04:32:43.940" v="251" actId="478"/>
          <ac:picMkLst>
            <pc:docMk/>
            <pc:sldMk cId="3155762982" sldId="428"/>
            <ac:picMk id="4" creationId="{ABCF0392-EAD0-318A-DEBE-40BA74800A4B}"/>
          </ac:picMkLst>
        </pc:picChg>
      </pc:sldChg>
      <pc:sldChg chg="addSp delSp modSp add mod">
        <pc:chgData name="Janarthanan Marimuthu" userId="2d0cf8033064964a" providerId="LiveId" clId="{278C06FF-BBA3-492D-AFB6-04B2FDBA1D50}" dt="2025-09-21T04:36:50.321" v="335" actId="1076"/>
        <pc:sldMkLst>
          <pc:docMk/>
          <pc:sldMk cId="2049729429" sldId="429"/>
        </pc:sldMkLst>
        <pc:spChg chg="mod">
          <ac:chgData name="Janarthanan Marimuthu" userId="2d0cf8033064964a" providerId="LiveId" clId="{278C06FF-BBA3-492D-AFB6-04B2FDBA1D50}" dt="2025-09-21T04:35:08.101" v="323" actId="122"/>
          <ac:spMkLst>
            <pc:docMk/>
            <pc:sldMk cId="2049729429" sldId="429"/>
            <ac:spMk id="2" creationId="{E86FC6DA-A2F3-179F-B47B-779852EFEF8A}"/>
          </ac:spMkLst>
        </pc:spChg>
        <pc:spChg chg="add mod">
          <ac:chgData name="Janarthanan Marimuthu" userId="2d0cf8033064964a" providerId="LiveId" clId="{278C06FF-BBA3-492D-AFB6-04B2FDBA1D50}" dt="2025-09-21T04:36:50.321" v="335" actId="1076"/>
          <ac:spMkLst>
            <pc:docMk/>
            <pc:sldMk cId="2049729429" sldId="429"/>
            <ac:spMk id="3" creationId="{0CC4E6F3-C63F-DC48-5922-27E65B92836F}"/>
          </ac:spMkLst>
        </pc:spChg>
        <pc:spChg chg="del">
          <ac:chgData name="Janarthanan Marimuthu" userId="2d0cf8033064964a" providerId="LiveId" clId="{278C06FF-BBA3-492D-AFB6-04B2FDBA1D50}" dt="2025-09-21T04:35:12.305" v="324" actId="478"/>
          <ac:spMkLst>
            <pc:docMk/>
            <pc:sldMk cId="2049729429" sldId="429"/>
            <ac:spMk id="5" creationId="{E1D670DF-0F30-3747-B84F-051B3FEA5749}"/>
          </ac:spMkLst>
        </pc:spChg>
      </pc:sldChg>
      <pc:sldChg chg="addSp delSp modSp add mod">
        <pc:chgData name="Janarthanan Marimuthu" userId="2d0cf8033064964a" providerId="LiveId" clId="{278C06FF-BBA3-492D-AFB6-04B2FDBA1D50}" dt="2025-09-21T04:38:36.551" v="363" actId="12"/>
        <pc:sldMkLst>
          <pc:docMk/>
          <pc:sldMk cId="2100987343" sldId="430"/>
        </pc:sldMkLst>
        <pc:spChg chg="mod">
          <ac:chgData name="Janarthanan Marimuthu" userId="2d0cf8033064964a" providerId="LiveId" clId="{278C06FF-BBA3-492D-AFB6-04B2FDBA1D50}" dt="2025-09-21T04:37:10.332" v="346" actId="20577"/>
          <ac:spMkLst>
            <pc:docMk/>
            <pc:sldMk cId="2100987343" sldId="430"/>
            <ac:spMk id="2" creationId="{B1331688-D64B-C146-7CA3-34F43A361AED}"/>
          </ac:spMkLst>
        </pc:spChg>
        <pc:spChg chg="del mod">
          <ac:chgData name="Janarthanan Marimuthu" userId="2d0cf8033064964a" providerId="LiveId" clId="{278C06FF-BBA3-492D-AFB6-04B2FDBA1D50}" dt="2025-09-21T04:37:32.185" v="350" actId="478"/>
          <ac:spMkLst>
            <pc:docMk/>
            <pc:sldMk cId="2100987343" sldId="430"/>
            <ac:spMk id="3" creationId="{03EDC814-F7A9-48E1-A213-C3325AA1B67D}"/>
          </ac:spMkLst>
        </pc:spChg>
        <pc:spChg chg="add">
          <ac:chgData name="Janarthanan Marimuthu" userId="2d0cf8033064964a" providerId="LiveId" clId="{278C06FF-BBA3-492D-AFB6-04B2FDBA1D50}" dt="2025-09-21T04:37:22.987" v="347"/>
          <ac:spMkLst>
            <pc:docMk/>
            <pc:sldMk cId="2100987343" sldId="430"/>
            <ac:spMk id="4" creationId="{30FAAFFE-C84F-07A0-4FED-D747F54BD2A9}"/>
          </ac:spMkLst>
        </pc:spChg>
        <pc:spChg chg="add del">
          <ac:chgData name="Janarthanan Marimuthu" userId="2d0cf8033064964a" providerId="LiveId" clId="{278C06FF-BBA3-492D-AFB6-04B2FDBA1D50}" dt="2025-09-21T04:37:32.185" v="350" actId="478"/>
          <ac:spMkLst>
            <pc:docMk/>
            <pc:sldMk cId="2100987343" sldId="430"/>
            <ac:spMk id="5" creationId="{EAEB5BB1-351E-D2B1-2331-EAC0EF47E4AB}"/>
          </ac:spMkLst>
        </pc:spChg>
        <pc:spChg chg="add mod">
          <ac:chgData name="Janarthanan Marimuthu" userId="2d0cf8033064964a" providerId="LiveId" clId="{278C06FF-BBA3-492D-AFB6-04B2FDBA1D50}" dt="2025-09-21T04:38:36.551" v="363" actId="12"/>
          <ac:spMkLst>
            <pc:docMk/>
            <pc:sldMk cId="2100987343" sldId="430"/>
            <ac:spMk id="6" creationId="{1503DF06-1337-ECBA-D332-1287CEC7D48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12/10/2025</a:t>
            </a:fld>
            <a:endParaRPr lang="en-US" dirty="0"/>
          </a:p>
        </p:txBody>
      </p:sp>
      <p:sp>
        <p:nvSpPr>
          <p:cNvPr id="6" name="Slide Number Placeholder 5">
            <a:extLst>
              <a:ext uri="{FF2B5EF4-FFF2-40B4-BE49-F238E27FC236}">
                <a16:creationId xmlns=""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dirty="0"/>
          </a:p>
        </p:txBody>
      </p:sp>
      <p:sp>
        <p:nvSpPr>
          <p:cNvPr id="7" name="Footer Placeholder 6">
            <a:extLst>
              <a:ext uri="{FF2B5EF4-FFF2-40B4-BE49-F238E27FC236}">
                <a16:creationId xmlns=""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8" name="Header Placeholder 7">
            <a:extLst>
              <a:ext uri="{FF2B5EF4-FFF2-40B4-BE49-F238E27FC236}">
                <a16:creationId xmlns=""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12/10/2025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dirty="0"/>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dirty="0"/>
          </a:p>
        </p:txBody>
      </p:sp>
    </p:spTree>
    <p:extLst>
      <p:ext uri="{BB962C8B-B14F-4D97-AF65-F5344CB8AC3E}">
        <p14:creationId xmlns:p14="http://schemas.microsoft.com/office/powerpoint/2010/main" val="35762480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dirty="0"/>
          </a:p>
        </p:txBody>
      </p:sp>
    </p:spTree>
    <p:extLst>
      <p:ext uri="{BB962C8B-B14F-4D97-AF65-F5344CB8AC3E}">
        <p14:creationId xmlns:p14="http://schemas.microsoft.com/office/powerpoint/2010/main" val="3908276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F69A99C4-A3CC-B9E7-81D4-D268C0D5D822}"/>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13B3253-4145-5A1C-686B-9C65906AE739}"/>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DA1ED762-1D07-A358-7F19-7257B5665A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5DDDFCE3-B0B5-21B2-9E5A-6F066E937C95}"/>
              </a:ext>
            </a:extLst>
          </p:cNvPr>
          <p:cNvSpPr>
            <a:spLocks noGrp="1"/>
          </p:cNvSpPr>
          <p:nvPr>
            <p:ph type="sldNum" sz="quarter" idx="5"/>
          </p:nvPr>
        </p:nvSpPr>
        <p:spPr/>
        <p:txBody>
          <a:bodyPr/>
          <a:lstStyle/>
          <a:p>
            <a:fld id="{A89C7E07-3C67-C64C-8DA0-0404F6303970}" type="slidenum">
              <a:rPr lang="en-US" smtClean="0"/>
              <a:t>11</a:t>
            </a:fld>
            <a:endParaRPr lang="en-US" dirty="0"/>
          </a:p>
        </p:txBody>
      </p:sp>
    </p:spTree>
    <p:extLst>
      <p:ext uri="{BB962C8B-B14F-4D97-AF65-F5344CB8AC3E}">
        <p14:creationId xmlns:p14="http://schemas.microsoft.com/office/powerpoint/2010/main" val="30288581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6345968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5E53556-760A-0E81-738A-167E14CA70A5}"/>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36CEBAD1-1579-C31B-093E-D0D63D078E6F}"/>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FD388333-2FCB-0404-6E13-BE2D580A81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B0BAF02F-375D-67DD-73C2-0285991007C2}"/>
              </a:ext>
            </a:extLst>
          </p:cNvPr>
          <p:cNvSpPr>
            <a:spLocks noGrp="1"/>
          </p:cNvSpPr>
          <p:nvPr>
            <p:ph type="sldNum" sz="quarter" idx="5"/>
          </p:nvPr>
        </p:nvSpPr>
        <p:spPr/>
        <p:txBody>
          <a:bodyPr/>
          <a:lstStyle/>
          <a:p>
            <a:fld id="{A89C7E07-3C67-C64C-8DA0-0404F6303970}" type="slidenum">
              <a:rPr lang="en-US" smtClean="0"/>
              <a:t>13</a:t>
            </a:fld>
            <a:endParaRPr lang="en-US" dirty="0"/>
          </a:p>
        </p:txBody>
      </p:sp>
    </p:spTree>
    <p:extLst>
      <p:ext uri="{BB962C8B-B14F-4D97-AF65-F5344CB8AC3E}">
        <p14:creationId xmlns:p14="http://schemas.microsoft.com/office/powerpoint/2010/main" val="27532258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0D92EB40-71DC-431C-4887-EDA369B3F7EF}"/>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CFDCA1E6-AF14-1284-1373-D511CE06E2FA}"/>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6C5DBE83-5B2B-C75E-6FBE-7F4233A6CB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638AAF3F-49DF-C3BC-CAB3-6728B9D135D7}"/>
              </a:ext>
            </a:extLst>
          </p:cNvPr>
          <p:cNvSpPr>
            <a:spLocks noGrp="1"/>
          </p:cNvSpPr>
          <p:nvPr>
            <p:ph type="sldNum" sz="quarter" idx="5"/>
          </p:nvPr>
        </p:nvSpPr>
        <p:spPr/>
        <p:txBody>
          <a:bodyPr/>
          <a:lstStyle/>
          <a:p>
            <a:fld id="{A89C7E07-3C67-C64C-8DA0-0404F6303970}" type="slidenum">
              <a:rPr lang="en-US" smtClean="0"/>
              <a:t>14</a:t>
            </a:fld>
            <a:endParaRPr lang="en-US" dirty="0"/>
          </a:p>
        </p:txBody>
      </p:sp>
    </p:spTree>
    <p:extLst>
      <p:ext uri="{BB962C8B-B14F-4D97-AF65-F5344CB8AC3E}">
        <p14:creationId xmlns:p14="http://schemas.microsoft.com/office/powerpoint/2010/main" val="456209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87D1C60-AC5C-B095-9958-73A708CC0ED8}"/>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78BBF14C-7DF6-C28F-8B48-E9759F0DE92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C19CA862-325A-97BF-C11F-372A69ABE3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71F67FB9-9A2A-4355-F35D-AA98BBB8B7AA}"/>
              </a:ext>
            </a:extLst>
          </p:cNvPr>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286871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455D1BA-AC43-28A0-B88A-6C0854F3DD28}"/>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A38DDBA9-2BD4-AF98-280C-86495BAB79DD}"/>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5486D3AE-5233-7BC9-D471-5E71AE0EB8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526AE1F4-61C5-BAD4-9AE6-05E44D3F6C49}"/>
              </a:ext>
            </a:extLst>
          </p:cNvPr>
          <p:cNvSpPr>
            <a:spLocks noGrp="1"/>
          </p:cNvSpPr>
          <p:nvPr>
            <p:ph type="sldNum" sz="quarter" idx="5"/>
          </p:nvPr>
        </p:nvSpPr>
        <p:spPr/>
        <p:txBody>
          <a:bodyPr/>
          <a:lstStyle/>
          <a:p>
            <a:fld id="{A89C7E07-3C67-C64C-8DA0-0404F6303970}" type="slidenum">
              <a:rPr lang="en-US" smtClean="0"/>
              <a:t>16</a:t>
            </a:fld>
            <a:endParaRPr lang="en-US" dirty="0"/>
          </a:p>
        </p:txBody>
      </p:sp>
    </p:spTree>
    <p:extLst>
      <p:ext uri="{BB962C8B-B14F-4D97-AF65-F5344CB8AC3E}">
        <p14:creationId xmlns:p14="http://schemas.microsoft.com/office/powerpoint/2010/main" val="31555749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BC0EDBB-63C7-AD4B-B1EA-07D10412DC44}"/>
            </a:ext>
          </a:extLst>
        </p:cNvPr>
        <p:cNvGrpSpPr/>
        <p:nvPr/>
      </p:nvGrpSpPr>
      <p:grpSpPr>
        <a:xfrm>
          <a:off x="0" y="0"/>
          <a:ext cx="0" cy="0"/>
          <a:chOff x="0" y="0"/>
          <a:chExt cx="0" cy="0"/>
        </a:xfrm>
      </p:grpSpPr>
      <p:sp>
        <p:nvSpPr>
          <p:cNvPr id="2" name="Slide Image Placeholder 1">
            <a:extLst>
              <a:ext uri="{FF2B5EF4-FFF2-40B4-BE49-F238E27FC236}">
                <a16:creationId xmlns="" xmlns:a16="http://schemas.microsoft.com/office/drawing/2014/main" id="{F2020313-98FF-4DD3-91EB-8FDF98899B95}"/>
              </a:ext>
            </a:extLst>
          </p:cNvPr>
          <p:cNvSpPr>
            <a:spLocks noGrp="1" noRot="1" noChangeAspect="1"/>
          </p:cNvSpPr>
          <p:nvPr>
            <p:ph type="sldImg"/>
          </p:nvPr>
        </p:nvSpPr>
        <p:spPr/>
      </p:sp>
      <p:sp>
        <p:nvSpPr>
          <p:cNvPr id="3" name="Notes Placeholder 2">
            <a:extLst>
              <a:ext uri="{FF2B5EF4-FFF2-40B4-BE49-F238E27FC236}">
                <a16:creationId xmlns="" xmlns:a16="http://schemas.microsoft.com/office/drawing/2014/main" id="{208BBDA5-4BCD-6B9A-CDB7-DCF2DA8FE2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 xmlns:a16="http://schemas.microsoft.com/office/drawing/2014/main" id="{8A9C3B5C-E66F-6621-CCF4-689F3E8E8012}"/>
              </a:ext>
            </a:extLst>
          </p:cNvPr>
          <p:cNvSpPr>
            <a:spLocks noGrp="1"/>
          </p:cNvSpPr>
          <p:nvPr>
            <p:ph type="sldNum" sz="quarter" idx="5"/>
          </p:nvPr>
        </p:nvSpPr>
        <p:spPr/>
        <p:txBody>
          <a:bodyPr/>
          <a:lstStyle/>
          <a:p>
            <a:fld id="{A89C7E07-3C67-C64C-8DA0-0404F6303970}" type="slidenum">
              <a:rPr lang="en-US" smtClean="0"/>
              <a:t>17</a:t>
            </a:fld>
            <a:endParaRPr lang="en-US" dirty="0"/>
          </a:p>
        </p:txBody>
      </p:sp>
    </p:spTree>
    <p:extLst>
      <p:ext uri="{BB962C8B-B14F-4D97-AF65-F5344CB8AC3E}">
        <p14:creationId xmlns:p14="http://schemas.microsoft.com/office/powerpoint/2010/main" val="3874656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18</a:t>
            </a:fld>
            <a:endParaRPr lang="en-US" dirty="0"/>
          </a:p>
        </p:txBody>
      </p:sp>
    </p:spTree>
    <p:extLst>
      <p:ext uri="{BB962C8B-B14F-4D97-AF65-F5344CB8AC3E}">
        <p14:creationId xmlns:p14="http://schemas.microsoft.com/office/powerpoint/2010/main" val="17659231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3659862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4078796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90565509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1711227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endParaRPr lang="en-US" dirty="0">
              <a:latin typeface="+mn-lt"/>
            </a:endParaRPr>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090027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endParaRPr lang="en-US" dirty="0">
              <a:latin typeface="+mn-lt"/>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19747596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latin typeface="+mn-lt"/>
            </a:endParaRPr>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85111089"/>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3984618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01010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6484489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5081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7882021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endParaRPr lang="en-US" dirty="0">
              <a:latin typeface="+mn-lt"/>
            </a:endParaRPr>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3283162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endParaRPr lang="en-US" dirty="0">
              <a:latin typeface="+mn-lt"/>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342466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endParaRPr lang="en-US" dirty="0">
              <a:latin typeface="+mn-lt"/>
            </a:endParaRPr>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8241050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2757591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endParaRPr lang="en-US" dirty="0">
              <a:latin typeface="+mn-lt"/>
            </a:endParaRPr>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6449257"/>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 xmlns:a16="http://schemas.microsoft.com/office/drawing/2014/main" id="{C26C18C3-ED25-DD4B-BA72-24932D54DE37}"/>
              </a:ext>
              <a:ext uri="{C183D7F6-B498-43B3-948B-1728B52AA6E4}">
                <adec:decorative xmlns=""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 xmlns:a16="http://schemas.microsoft.com/office/drawing/2014/main" id="{A69706A2-3726-FE4E-B923-E75D48597816}"/>
              </a:ext>
              <a:ext uri="{C183D7F6-B498-43B3-948B-1728B52AA6E4}">
                <adec:decorative xmlns=""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370580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sp>
        <p:nvSpPr>
          <p:cNvPr id="6" name="Picture Placeholder 5">
            <a:extLst>
              <a:ext uri="{FF2B5EF4-FFF2-40B4-BE49-F238E27FC236}">
                <a16:creationId xmlns=""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endParaRPr lang="en-US" dirty="0"/>
          </a:p>
        </p:txBody>
      </p:sp>
      <p:sp>
        <p:nvSpPr>
          <p:cNvPr id="18" name="Text Placeholder 29">
            <a:extLst>
              <a:ext uri="{FF2B5EF4-FFF2-40B4-BE49-F238E27FC236}">
                <a16:creationId xmlns=""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7" name="Straight Connector 6">
            <a:extLst>
              <a:ext uri="{FF2B5EF4-FFF2-40B4-BE49-F238E27FC236}">
                <a16:creationId xmlns="" xmlns:a16="http://schemas.microsoft.com/office/drawing/2014/main" id="{29169ED6-4B82-6844-119F-AC15CDF2D3E5}"/>
              </a:ext>
              <a:ext uri="{C183D7F6-B498-43B3-948B-1728B52AA6E4}">
                <adec:decorative xmlns=""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5298133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 xmlns:a16="http://schemas.microsoft.com/office/drawing/2014/main" id="{C57F1500-1A16-D1EF-4F0C-030852B291FC}"/>
              </a:ext>
              <a:ext uri="{C183D7F6-B498-43B3-948B-1728B52AA6E4}">
                <adec:decorative xmlns=""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 xmlns:a16="http://schemas.microsoft.com/office/drawing/2014/main" id="{2D07A0BE-3890-193E-9439-F294E61A71B9}"/>
              </a:ext>
              <a:ext uri="{C183D7F6-B498-43B3-948B-1728B52AA6E4}">
                <adec:decorative xmlns=""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20">
              <a:extLst>
                <a:ext uri="{FF2B5EF4-FFF2-40B4-BE49-F238E27FC236}">
                  <a16:creationId xmlns=""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21">
              <a:extLst>
                <a:ext uri="{FF2B5EF4-FFF2-40B4-BE49-F238E27FC236}">
                  <a16:creationId xmlns=""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dirty="0"/>
              <a:t>Click to add title </a:t>
            </a:r>
          </a:p>
        </p:txBody>
      </p:sp>
      <p:sp>
        <p:nvSpPr>
          <p:cNvPr id="2" name="Content Placeholder 5">
            <a:extLst>
              <a:ext uri="{FF2B5EF4-FFF2-40B4-BE49-F238E27FC236}">
                <a16:creationId xmlns=""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7">
            <a:extLst>
              <a:ext uri="{FF2B5EF4-FFF2-40B4-BE49-F238E27FC236}">
                <a16:creationId xmlns=""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dirty="0">
              <a:latin typeface="+mn-lt"/>
            </a:endParaRPr>
          </a:p>
        </p:txBody>
      </p:sp>
      <p:sp>
        <p:nvSpPr>
          <p:cNvPr id="5" name="Date Placeholder 4">
            <a:extLst>
              <a:ext uri="{FF2B5EF4-FFF2-40B4-BE49-F238E27FC236}">
                <a16:creationId xmlns="" xmlns:a16="http://schemas.microsoft.com/office/drawing/2014/main" id="{E9272B8D-F380-9F1A-C8E6-BDD2352B1763}"/>
              </a:ext>
            </a:extLst>
          </p:cNvPr>
          <p:cNvSpPr>
            <a:spLocks noGrp="1"/>
          </p:cNvSpPr>
          <p:nvPr>
            <p:ph type="dt" sz="half" idx="21"/>
          </p:nvPr>
        </p:nvSpPr>
        <p:spPr/>
        <p:txBody>
          <a:bodyPr/>
          <a:lstStyle/>
          <a:p>
            <a:endParaRPr lang="en-US" dirty="0">
              <a:latin typeface="+mn-lt"/>
            </a:endParaRPr>
          </a:p>
        </p:txBody>
      </p:sp>
    </p:spTree>
    <p:extLst>
      <p:ext uri="{BB962C8B-B14F-4D97-AF65-F5344CB8AC3E}">
        <p14:creationId xmlns:p14="http://schemas.microsoft.com/office/powerpoint/2010/main" val="11053780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4294967295" pos="600">
          <p15:clr>
            <a:srgbClr val="FBAE40"/>
          </p15:clr>
        </p15:guide>
        <p15:guide id="4294967295" pos="7080">
          <p15:clr>
            <a:srgbClr val="FBAE40"/>
          </p15:clr>
        </p15:guide>
        <p15:guide id="4294967295" pos="2304">
          <p15:clr>
            <a:srgbClr val="FBAE40"/>
          </p15:clr>
        </p15:guide>
        <p15:guide id="4294967295" pos="5736">
          <p15:clr>
            <a:srgbClr val="FBAE40"/>
          </p15:clr>
        </p15:guide>
        <p15:guide id="4294967295" pos="1944">
          <p15:clr>
            <a:srgbClr val="FBAE40"/>
          </p15:clr>
        </p15:guide>
        <p15:guide id="4294967295" pos="4008">
          <p15:clr>
            <a:srgbClr val="FBAE40"/>
          </p15:clr>
        </p15:guide>
        <p15:guide id="4294967295" orient="horz" pos="1224">
          <p15:clr>
            <a:srgbClr val="FBAE40"/>
          </p15:clr>
        </p15:guide>
        <p15:guide id="4294967295" orient="horz" pos="1440">
          <p15:clr>
            <a:srgbClr val="FBAE40"/>
          </p15:clr>
        </p15:guide>
        <p15:guide id="4294967295" orient="horz" pos="552">
          <p15:clr>
            <a:srgbClr val="FBAE40"/>
          </p15:clr>
        </p15:guide>
        <p15:guide id="4294967295" pos="5352">
          <p15:clr>
            <a:srgbClr val="FBAE40"/>
          </p15:clr>
        </p15:guide>
        <p15:guide id="4294967295" pos="3648">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 xmlns:a16="http://schemas.microsoft.com/office/drawing/2014/main" id="{C97D5AF2-684A-4A8D-3D82-B57D7AC44677}"/>
              </a:ext>
              <a:ext uri="{C183D7F6-B498-43B3-948B-1728B52AA6E4}">
                <adec:decorative xmlns=""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2" name="Content Placeholder 5">
            <a:extLst>
              <a:ext uri="{FF2B5EF4-FFF2-40B4-BE49-F238E27FC236}">
                <a16:creationId xmlns=""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Content Placeholder 5">
            <a:extLst>
              <a:ext uri="{FF2B5EF4-FFF2-40B4-BE49-F238E27FC236}">
                <a16:creationId xmlns=""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01700247"/>
      </p:ext>
    </p:extLst>
  </p:cSld>
  <p:clrMapOvr>
    <a:masterClrMapping/>
  </p:clrMapOvr>
  <p:extLst>
    <p:ext uri="{DCECCB84-F9BA-43D5-87BE-67443E8EF086}">
      <p15:sldGuideLst xmlns:p15="http://schemas.microsoft.com/office/powerpoint/2012/main">
        <p15:guide id="4294967295" pos="600">
          <p15:clr>
            <a:srgbClr val="FBAE40"/>
          </p15:clr>
        </p15:guide>
        <p15:guide id="4294967295" pos="7080">
          <p15:clr>
            <a:srgbClr val="FBAE40"/>
          </p15:clr>
        </p15:guide>
        <p15:guide id="4294967295" pos="2880">
          <p15:clr>
            <a:srgbClr val="FBAE40"/>
          </p15:clr>
        </p15:guide>
        <p15:guide id="4294967295" pos="5160">
          <p15:clr>
            <a:srgbClr val="FBAE40"/>
          </p15:clr>
        </p15:guide>
        <p15:guide id="4294967295" pos="2520">
          <p15:clr>
            <a:srgbClr val="FBAE40"/>
          </p15:clr>
        </p15:guide>
        <p15:guide id="4294967295" pos="4800">
          <p15:clr>
            <a:srgbClr val="FBAE40"/>
          </p15:clr>
        </p15:guide>
        <p15:guide id="4294967295" orient="horz" pos="1224">
          <p15:clr>
            <a:srgbClr val="FBAE40"/>
          </p15:clr>
        </p15:guide>
        <p15:guide id="4294967295" orient="horz" pos="1392">
          <p15:clr>
            <a:srgbClr val="FBAE40"/>
          </p15:clr>
        </p15:guide>
        <p15:guide id="4294967295" orient="horz" pos="552">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3" name="Content Placeholder 5">
            <a:extLst>
              <a:ext uri="{FF2B5EF4-FFF2-40B4-BE49-F238E27FC236}">
                <a16:creationId xmlns=""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4095048092"/>
      </p:ext>
    </p:extLst>
  </p:cSld>
  <p:clrMapOvr>
    <a:masterClrMapping/>
  </p:clrMapOvr>
  <p:extLst>
    <p:ext uri="{DCECCB84-F9BA-43D5-87BE-67443E8EF086}">
      <p15:sldGuideLst xmlns:p15="http://schemas.microsoft.com/office/powerpoint/2012/main">
        <p15:guide id="4294967295" pos="600">
          <p15:clr>
            <a:srgbClr val="FBAE40"/>
          </p15:clr>
        </p15:guide>
        <p15:guide id="4294967295" pos="7080">
          <p15:clr>
            <a:srgbClr val="FBAE40"/>
          </p15:clr>
        </p15:guide>
        <p15:guide id="4294967295" pos="2880">
          <p15:clr>
            <a:srgbClr val="FBAE40"/>
          </p15:clr>
        </p15:guide>
        <p15:guide id="4294967295" pos="5160">
          <p15:clr>
            <a:srgbClr val="FBAE40"/>
          </p15:clr>
        </p15:guide>
        <p15:guide id="4294967295" pos="2520">
          <p15:clr>
            <a:srgbClr val="FBAE40"/>
          </p15:clr>
        </p15:guide>
        <p15:guide id="4294967295" pos="4800">
          <p15:clr>
            <a:srgbClr val="FBAE40"/>
          </p15:clr>
        </p15:guide>
        <p15:guide id="4294967295" orient="horz" pos="1224">
          <p15:clr>
            <a:srgbClr val="FBAE40"/>
          </p15:clr>
        </p15:guide>
        <p15:guide id="4294967295" orient="horz" pos="1392">
          <p15:clr>
            <a:srgbClr val="FBAE40"/>
          </p15:clr>
        </p15:guide>
        <p15:guide id="4294967295" orient="horz" pos="552">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 xmlns:a16="http://schemas.microsoft.com/office/drawing/2014/main" id="{C97D5AF2-684A-4A8D-3D82-B57D7AC44677}"/>
              </a:ext>
              <a:ext uri="{C183D7F6-B498-43B3-948B-1728B52AA6E4}">
                <adec:decorative xmlns=""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5">
              <a:extLst>
                <a:ext uri="{FF2B5EF4-FFF2-40B4-BE49-F238E27FC236}">
                  <a16:creationId xmlns=""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7">
              <a:extLst>
                <a:ext uri="{FF2B5EF4-FFF2-40B4-BE49-F238E27FC236}">
                  <a16:creationId xmlns=""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1648618936"/>
      </p:ext>
    </p:extLst>
  </p:cSld>
  <p:clrMapOvr>
    <a:masterClrMapping/>
  </p:clrMapOvr>
  <p:extLst>
    <p:ext uri="{DCECCB84-F9BA-43D5-87BE-67443E8EF086}">
      <p15:sldGuideLst xmlns:p15="http://schemas.microsoft.com/office/powerpoint/2012/main">
        <p15:guide id="4294967295" pos="600">
          <p15:clr>
            <a:srgbClr val="FBAE40"/>
          </p15:clr>
        </p15:guide>
        <p15:guide id="4294967295" pos="7080">
          <p15:clr>
            <a:srgbClr val="FBAE40"/>
          </p15:clr>
        </p15:guide>
        <p15:guide id="4294967295" pos="2880">
          <p15:clr>
            <a:srgbClr val="FBAE40"/>
          </p15:clr>
        </p15:guide>
        <p15:guide id="4294967295" pos="5160">
          <p15:clr>
            <a:srgbClr val="FBAE40"/>
          </p15:clr>
        </p15:guide>
        <p15:guide id="4294967295" pos="2520">
          <p15:clr>
            <a:srgbClr val="FBAE40"/>
          </p15:clr>
        </p15:guide>
        <p15:guide id="4294967295" pos="4800">
          <p15:clr>
            <a:srgbClr val="FBAE40"/>
          </p15:clr>
        </p15:guide>
        <p15:guide id="4294967295" orient="horz" pos="1224">
          <p15:clr>
            <a:srgbClr val="FBAE40"/>
          </p15:clr>
        </p15:guide>
        <p15:guide id="4294967295" orient="horz" pos="1392">
          <p15:clr>
            <a:srgbClr val="FBAE40"/>
          </p15:clr>
        </p15:guide>
        <p15:guide id="4294967295" orient="horz" pos="552">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 xmlns:a16="http://schemas.microsoft.com/office/drawing/2014/main" id="{C26C18C3-ED25-DD4B-BA72-24932D54DE37}"/>
              </a:ext>
              <a:ext uri="{C183D7F6-B498-43B3-948B-1728B52AA6E4}">
                <adec:decorative xmlns=""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cxnSp>
        <p:nvCxnSpPr>
          <p:cNvPr id="4" name="Straight Connector 3">
            <a:extLst>
              <a:ext uri="{FF2B5EF4-FFF2-40B4-BE49-F238E27FC236}">
                <a16:creationId xmlns="" xmlns:a16="http://schemas.microsoft.com/office/drawing/2014/main" id="{58B149C6-5AAC-B8E5-5411-EA38821F6754}"/>
              </a:ext>
              <a:ext uri="{C183D7F6-B498-43B3-948B-1728B52AA6E4}">
                <adec:decorative xmlns=""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87253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endParaRPr lang="en-US" dirty="0"/>
          </a:p>
        </p:txBody>
      </p:sp>
      <p:sp>
        <p:nvSpPr>
          <p:cNvPr id="18" name="Title 1">
            <a:extLst>
              <a:ext uri="{FF2B5EF4-FFF2-40B4-BE49-F238E27FC236}">
                <a16:creationId xmlns=""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dirty="0"/>
              <a:t>Click to add title </a:t>
            </a:r>
          </a:p>
        </p:txBody>
      </p:sp>
      <p:sp>
        <p:nvSpPr>
          <p:cNvPr id="7" name="Rectangle 6">
            <a:extLst>
              <a:ext uri="{FF2B5EF4-FFF2-40B4-BE49-F238E27FC236}">
                <a16:creationId xmlns="" xmlns:a16="http://schemas.microsoft.com/office/drawing/2014/main" id="{D96BA398-1ED2-1FCA-63B9-8915A8C7A524}"/>
              </a:ext>
              <a:ext uri="{C183D7F6-B498-43B3-948B-1728B52AA6E4}">
                <adec:decorative xmlns=""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29169562"/>
      </p:ext>
    </p:extLst>
  </p:cSld>
  <p:clrMapOvr>
    <a:masterClrMapping/>
  </p:clrMapOvr>
  <p:extLst mod="1">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dirty="0"/>
              <a:t>Click to add title </a:t>
            </a:r>
          </a:p>
        </p:txBody>
      </p:sp>
      <p:grpSp>
        <p:nvGrpSpPr>
          <p:cNvPr id="9" name="Group 8">
            <a:extLst>
              <a:ext uri="{FF2B5EF4-FFF2-40B4-BE49-F238E27FC236}">
                <a16:creationId xmlns="" xmlns:a16="http://schemas.microsoft.com/office/drawing/2014/main" id="{C26C18C3-ED25-DD4B-BA72-24932D54DE37}"/>
              </a:ext>
              <a:ext uri="{C183D7F6-B498-43B3-948B-1728B52AA6E4}">
                <adec:decorative xmlns=""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cxnSp>
        <p:nvCxnSpPr>
          <p:cNvPr id="13" name="Straight Connector 12">
            <a:extLst>
              <a:ext uri="{FF2B5EF4-FFF2-40B4-BE49-F238E27FC236}">
                <a16:creationId xmlns="" xmlns:a16="http://schemas.microsoft.com/office/drawing/2014/main" id="{A69706A2-3726-FE4E-B923-E75D48597816}"/>
              </a:ext>
              <a:ext uri="{C183D7F6-B498-43B3-948B-1728B52AA6E4}">
                <adec:decorative xmlns=""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dirty="0"/>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 xmlns:a16="http://schemas.microsoft.com/office/drawing/2014/main" id="{42E558A9-6DD6-E21D-3A8F-6707E1DD19F1}"/>
              </a:ext>
              <a:ext uri="{C183D7F6-B498-43B3-948B-1728B52AA6E4}">
                <adec:decorative xmlns=""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3" name="Freeform 7">
              <a:extLst>
                <a:ext uri="{FF2B5EF4-FFF2-40B4-BE49-F238E27FC236}">
                  <a16:creationId xmlns=""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4" name="Freeform 8">
              <a:extLst>
                <a:ext uri="{FF2B5EF4-FFF2-40B4-BE49-F238E27FC236}">
                  <a16:creationId xmlns=""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9">
              <a:extLst>
                <a:ext uri="{FF2B5EF4-FFF2-40B4-BE49-F238E27FC236}">
                  <a16:creationId xmlns=""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9" name="Freeform 10">
              <a:extLst>
                <a:ext uri="{FF2B5EF4-FFF2-40B4-BE49-F238E27FC236}">
                  <a16:creationId xmlns=""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dirty="0"/>
              <a:t>Click to add content</a:t>
            </a:r>
          </a:p>
          <a:p>
            <a:pPr lvl="1"/>
            <a:r>
              <a:rPr lang="en-US" dirty="0"/>
              <a:t>Second level</a:t>
            </a:r>
          </a:p>
          <a:p>
            <a:pPr lvl="2"/>
            <a:r>
              <a:rPr lang="en-US" dirty="0"/>
              <a:t>Third level</a:t>
            </a:r>
          </a:p>
          <a:p>
            <a:pPr lvl="3"/>
            <a:endParaRPr lang="en-US" dirty="0"/>
          </a:p>
        </p:txBody>
      </p:sp>
      <p:sp>
        <p:nvSpPr>
          <p:cNvPr id="2" name="Content Placeholder 5">
            <a:extLst>
              <a:ext uri="{FF2B5EF4-FFF2-40B4-BE49-F238E27FC236}">
                <a16:creationId xmlns=""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554606805"/>
      </p:ext>
    </p:extLst>
  </p:cSld>
  <p:clrMapOvr>
    <a:masterClrMapping/>
  </p:clrMapOvr>
  <p:extLst mod="1">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 xmlns:a16="http://schemas.microsoft.com/office/drawing/2014/main" id="{CF555767-B3D8-BD57-1D42-7F6E1E66892B}"/>
              </a:ext>
              <a:ext uri="{C183D7F6-B498-43B3-948B-1728B52AA6E4}">
                <adec:decorative xmlns=""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5" name="Freeform 14">
              <a:extLst>
                <a:ext uri="{FF2B5EF4-FFF2-40B4-BE49-F238E27FC236}">
                  <a16:creationId xmlns=""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5">
              <a:extLst>
                <a:ext uri="{FF2B5EF4-FFF2-40B4-BE49-F238E27FC236}">
                  <a16:creationId xmlns=""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spTree>
    <p:extLst>
      <p:ext uri="{BB962C8B-B14F-4D97-AF65-F5344CB8AC3E}">
        <p14:creationId xmlns:p14="http://schemas.microsoft.com/office/powerpoint/2010/main" val="2244329111"/>
      </p:ext>
    </p:extLst>
  </p:cSld>
  <p:clrMapOvr>
    <a:masterClrMapping/>
  </p:clrMapOvr>
  <p:extLst mod="1">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dirty="0"/>
              <a:t>Click to add title </a:t>
            </a:r>
          </a:p>
        </p:txBody>
      </p:sp>
      <p:sp>
        <p:nvSpPr>
          <p:cNvPr id="9" name="Table Placeholder 2">
            <a:extLst>
              <a:ext uri="{FF2B5EF4-FFF2-40B4-BE49-F238E27FC236}">
                <a16:creationId xmlns=""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endParaRPr lang="en-US" dirty="0"/>
          </a:p>
        </p:txBody>
      </p:sp>
      <p:sp>
        <p:nvSpPr>
          <p:cNvPr id="10" name="Slide Number Placeholder 9">
            <a:extLst>
              <a:ext uri="{FF2B5EF4-FFF2-40B4-BE49-F238E27FC236}">
                <a16:creationId xmlns=""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dirty="0">
              <a:latin typeface="+mn-lt"/>
            </a:endParaRPr>
          </a:p>
        </p:txBody>
      </p:sp>
      <p:sp>
        <p:nvSpPr>
          <p:cNvPr id="8" name="Date Placeholder 7">
            <a:extLst>
              <a:ext uri="{FF2B5EF4-FFF2-40B4-BE49-F238E27FC236}">
                <a16:creationId xmlns="" xmlns:a16="http://schemas.microsoft.com/office/drawing/2014/main" id="{C5EA2E64-5690-A56B-7051-476EC7BADA55}"/>
              </a:ext>
            </a:extLst>
          </p:cNvPr>
          <p:cNvSpPr>
            <a:spLocks noGrp="1"/>
          </p:cNvSpPr>
          <p:nvPr>
            <p:ph type="dt" sz="half" idx="11"/>
          </p:nvPr>
        </p:nvSpPr>
        <p:spPr/>
        <p:txBody>
          <a:bodyPr/>
          <a:lstStyle/>
          <a:p>
            <a:endParaRPr lang="en-US" dirty="0">
              <a:latin typeface="+mn-lt"/>
            </a:endParaRPr>
          </a:p>
        </p:txBody>
      </p:sp>
      <p:cxnSp>
        <p:nvCxnSpPr>
          <p:cNvPr id="4" name="Straight Connector 3">
            <a:extLst>
              <a:ext uri="{FF2B5EF4-FFF2-40B4-BE49-F238E27FC236}">
                <a16:creationId xmlns="" xmlns:a16="http://schemas.microsoft.com/office/drawing/2014/main" id="{E66081BA-9135-73B1-DCE5-77FD12431F13}"/>
              </a:ext>
              <a:ext uri="{C183D7F6-B498-43B3-948B-1728B52AA6E4}">
                <adec:decorative xmlns=""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mod="1">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dirty="0">
              <a:latin typeface="+mn-lt"/>
            </a:endParaRPr>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40050986"/>
      </p:ext>
    </p:extLst>
  </p:cSld>
  <p:clrMap bg1="dk1" tx1="lt1" bg2="dk2" tx2="lt2" accent1="accent1" accent2="accent2" accent3="accent3" accent4="accent4" accent5="accent5" accent6="accent6" hlink="hlink" folHlink="folHlink"/>
  <p:sldLayoutIdLst>
    <p:sldLayoutId id="2147483932" r:id="rId1"/>
    <p:sldLayoutId id="2147483933" r:id="rId2"/>
    <p:sldLayoutId id="2147483934" r:id="rId3"/>
    <p:sldLayoutId id="2147483935" r:id="rId4"/>
    <p:sldLayoutId id="2147483936" r:id="rId5"/>
    <p:sldLayoutId id="2147483937" r:id="rId6"/>
    <p:sldLayoutId id="2147483938" r:id="rId7"/>
    <p:sldLayoutId id="2147483939" r:id="rId8"/>
    <p:sldLayoutId id="2147483940" r:id="rId9"/>
    <p:sldLayoutId id="2147483941" r:id="rId10"/>
    <p:sldLayoutId id="2147483942" r:id="rId11"/>
    <p:sldLayoutId id="2147483943" r:id="rId12"/>
    <p:sldLayoutId id="2147483944" r:id="rId13"/>
    <p:sldLayoutId id="2147483945" r:id="rId14"/>
    <p:sldLayoutId id="2147483946" r:id="rId15"/>
    <p:sldLayoutId id="2147483947" r:id="rId16"/>
    <p:sldLayoutId id="2147483948" r:id="rId17"/>
    <p:sldLayoutId id="2147483949" r:id="rId18"/>
    <p:sldLayoutId id="2147483950" r:id="rId19"/>
    <p:sldLayoutId id="2147483951" r:id="rId20"/>
    <p:sldLayoutId id="2147483952" r:id="rId21"/>
    <p:sldLayoutId id="2147483953" r:id="rId22"/>
    <p:sldLayoutId id="2147483954" r:id="rId23"/>
    <p:sldLayoutId id="2147483955" r:id="rId24"/>
    <p:sldLayoutId id="2147483710" r:id="rId25"/>
    <p:sldLayoutId id="2147483659" r:id="rId26"/>
    <p:sldLayoutId id="2147483708" r:id="rId27"/>
    <p:sldLayoutId id="2147483706" r:id="rId28"/>
    <p:sldLayoutId id="2147483704" r:id="rId29"/>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B1D9D6-2977-ABCD-FDF8-51AFA5064E54}"/>
              </a:ext>
            </a:extLst>
          </p:cNvPr>
          <p:cNvSpPr>
            <a:spLocks noGrp="1"/>
          </p:cNvSpPr>
          <p:nvPr>
            <p:ph type="ctrTitle"/>
          </p:nvPr>
        </p:nvSpPr>
        <p:spPr>
          <a:xfrm>
            <a:off x="3932848" y="283924"/>
            <a:ext cx="11625400" cy="3291840"/>
          </a:xfrm>
        </p:spPr>
        <p:txBody>
          <a:bodyPr/>
          <a:lstStyle/>
          <a:p>
            <a:r>
              <a:rPr lang="en-US" dirty="0"/>
              <a:t>Python</a:t>
            </a:r>
            <a:br>
              <a:rPr lang="en-US" dirty="0"/>
            </a:br>
            <a:r>
              <a:rPr lang="en-US" dirty="0"/>
              <a:t>Reinforcement</a:t>
            </a:r>
            <a:br>
              <a:rPr lang="en-US" dirty="0"/>
            </a:br>
            <a:r>
              <a:rPr lang="en-US" dirty="0" smtClean="0"/>
              <a:t>Project</a:t>
            </a:r>
            <a:endParaRPr lang="en-US" dirty="0"/>
          </a:p>
        </p:txBody>
      </p:sp>
      <p:sp>
        <p:nvSpPr>
          <p:cNvPr id="4" name="Rectangle 3"/>
          <p:cNvSpPr/>
          <p:nvPr/>
        </p:nvSpPr>
        <p:spPr>
          <a:xfrm>
            <a:off x="3048000" y="2967335"/>
            <a:ext cx="6096000" cy="369332"/>
          </a:xfrm>
          <a:prstGeom prst="rect">
            <a:avLst/>
          </a:prstGeom>
        </p:spPr>
        <p:txBody>
          <a:bodyPr>
            <a:spAutoFit/>
          </a:bodyPr>
          <a:lstStyle/>
          <a:p>
            <a:r>
              <a:rPr lang="en-US" dirty="0" smtClean="0"/>
              <a:t>- </a:t>
            </a:r>
            <a:r>
              <a:rPr lang="en-US" dirty="0"/>
              <a:t>B</a:t>
            </a:r>
            <a:endParaRPr lang="en-IN" dirty="0"/>
          </a:p>
        </p:txBody>
      </p:sp>
      <p:sp>
        <p:nvSpPr>
          <p:cNvPr id="5" name="Rectangle 4"/>
          <p:cNvSpPr/>
          <p:nvPr/>
        </p:nvSpPr>
        <p:spPr>
          <a:xfrm>
            <a:off x="7055223" y="4928156"/>
            <a:ext cx="6096000" cy="1708160"/>
          </a:xfrm>
          <a:prstGeom prst="rect">
            <a:avLst/>
          </a:prstGeom>
        </p:spPr>
        <p:txBody>
          <a:bodyPr>
            <a:spAutoFit/>
          </a:bodyPr>
          <a:lstStyle/>
          <a:p>
            <a:r>
              <a:rPr lang="en-US" sz="3500" b="1" spc="100" dirty="0" smtClean="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t>MATHESWARAN L</a:t>
            </a:r>
            <a:r>
              <a:rPr lang="en-US" sz="3500" b="1" spc="100" dirty="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t/>
            </a:r>
            <a:br>
              <a:rPr lang="en-US" sz="3500" b="1" spc="100" dirty="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br>
            <a:r>
              <a:rPr lang="en-US" sz="3500" b="1" spc="100" dirty="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t>DADS Aug 2025</a:t>
            </a:r>
            <a:br>
              <a:rPr lang="en-US" sz="3500" b="1" spc="100" dirty="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br>
            <a:r>
              <a:rPr lang="en-US" sz="3500" b="1" spc="100" dirty="0">
                <a:ln>
                  <a:solidFill>
                    <a:prstClr val="black">
                      <a:lumMod val="75000"/>
                      <a:lumOff val="25000"/>
                      <a:alpha val="10000"/>
                    </a:prstClr>
                  </a:solidFill>
                </a:ln>
                <a:solidFill>
                  <a:schemeClr val="accent6">
                    <a:lumMod val="75000"/>
                  </a:schemeClr>
                </a:solidFill>
                <a:effectLst>
                  <a:outerShdw blurRad="9525" dist="25400" dir="14640000" algn="tl" rotWithShape="0">
                    <a:prstClr val="black">
                      <a:alpha val="30000"/>
                    </a:prstClr>
                  </a:outerShdw>
                </a:effectLst>
                <a:ea typeface="+mj-ea"/>
              </a:rPr>
              <a:t>COHORT - B</a:t>
            </a:r>
            <a:endParaRPr lang="en-IN" dirty="0">
              <a:solidFill>
                <a:schemeClr val="accent6">
                  <a:lumMod val="75000"/>
                </a:schemeClr>
              </a:solidFill>
            </a:endParaRPr>
          </a:p>
        </p:txBody>
      </p:sp>
    </p:spTree>
    <p:extLst>
      <p:ext uri="{BB962C8B-B14F-4D97-AF65-F5344CB8AC3E}">
        <p14:creationId xmlns:p14="http://schemas.microsoft.com/office/powerpoint/2010/main" val="3390304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5B8CE60-587E-1D5C-8B50-ED3441BA49CE}"/>
              </a:ext>
            </a:extLst>
          </p:cNvPr>
          <p:cNvSpPr>
            <a:spLocks noGrp="1"/>
          </p:cNvSpPr>
          <p:nvPr>
            <p:ph type="ctrTitle"/>
          </p:nvPr>
        </p:nvSpPr>
        <p:spPr>
          <a:xfrm>
            <a:off x="7733214" y="-394501"/>
            <a:ext cx="3840478" cy="789001"/>
          </a:xfrm>
        </p:spPr>
        <p:txBody>
          <a:bodyPr anchor="t"/>
          <a:lstStyle/>
          <a:p>
            <a:pPr>
              <a:lnSpc>
                <a:spcPct val="150000"/>
              </a:lnSpc>
            </a:pPr>
            <a:r>
              <a:rPr lang="en-US" dirty="0"/>
              <a:t>Agenda</a:t>
            </a:r>
          </a:p>
        </p:txBody>
      </p:sp>
      <p:pic>
        <p:nvPicPr>
          <p:cNvPr id="12" name="Picture Placeholder 4">
            <a:extLst>
              <a:ext uri="{FF2B5EF4-FFF2-40B4-BE49-F238E27FC236}">
                <a16:creationId xmlns="" xmlns:a16="http://schemas.microsoft.com/office/drawing/2014/main" id="{7D5BDB53-9169-3BBC-9362-0539514AC7DD}"/>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l="7914" r="7914"/>
          <a:stretch/>
        </p:blipFill>
        <p:spPr>
          <a:solidFill>
            <a:srgbClr val="FFFFFF"/>
          </a:solidFill>
        </p:spPr>
      </p:pic>
      <p:sp>
        <p:nvSpPr>
          <p:cNvPr id="3" name="Rectangle 2"/>
          <p:cNvSpPr/>
          <p:nvPr/>
        </p:nvSpPr>
        <p:spPr>
          <a:xfrm>
            <a:off x="6605453" y="1373500"/>
            <a:ext cx="5586547" cy="3970318"/>
          </a:xfrm>
          <a:prstGeom prst="rect">
            <a:avLst/>
          </a:prstGeom>
        </p:spPr>
        <p:txBody>
          <a:bodyPr wrap="square">
            <a:spAutoFit/>
          </a:bodyPr>
          <a:lstStyle/>
          <a:p>
            <a:pPr marL="285750" indent="-285750">
              <a:lnSpc>
                <a:spcPct val="200000"/>
              </a:lnSpc>
              <a:buFont typeface="Arial" panose="020B0604020202020204" pitchFamily="34" charset="0"/>
              <a:buChar char="•"/>
            </a:pPr>
            <a:r>
              <a:rPr lang="en-US" dirty="0"/>
              <a:t>Introduction</a:t>
            </a:r>
          </a:p>
          <a:p>
            <a:pPr marL="285750" indent="-285750">
              <a:lnSpc>
                <a:spcPct val="200000"/>
              </a:lnSpc>
              <a:buFont typeface="Arial" panose="020B0604020202020204" pitchFamily="34" charset="0"/>
              <a:buChar char="•"/>
            </a:pPr>
            <a:r>
              <a:rPr lang="en-US" dirty="0"/>
              <a:t>Data understanding</a:t>
            </a:r>
          </a:p>
          <a:p>
            <a:pPr marL="285750" indent="-285750">
              <a:lnSpc>
                <a:spcPct val="200000"/>
              </a:lnSpc>
              <a:buFont typeface="Arial" panose="020B0604020202020204" pitchFamily="34" charset="0"/>
              <a:buChar char="•"/>
            </a:pPr>
            <a:r>
              <a:rPr lang="en-US" dirty="0"/>
              <a:t>Data </a:t>
            </a:r>
            <a:r>
              <a:rPr lang="en-US" dirty="0" smtClean="0"/>
              <a:t>cleaning</a:t>
            </a:r>
          </a:p>
          <a:p>
            <a:pPr marL="285750" indent="-285750">
              <a:lnSpc>
                <a:spcPct val="200000"/>
              </a:lnSpc>
              <a:buFont typeface="Arial" panose="020B0604020202020204" pitchFamily="34" charset="0"/>
              <a:buChar char="•"/>
            </a:pPr>
            <a:r>
              <a:rPr lang="en-US" dirty="0"/>
              <a:t>Handling missing values</a:t>
            </a:r>
          </a:p>
          <a:p>
            <a:pPr marL="285750" indent="-285750">
              <a:lnSpc>
                <a:spcPct val="200000"/>
              </a:lnSpc>
              <a:buFont typeface="Arial" panose="020B0604020202020204" pitchFamily="34" charset="0"/>
              <a:buChar char="•"/>
            </a:pPr>
            <a:r>
              <a:rPr lang="en-US" dirty="0"/>
              <a:t>Outliers</a:t>
            </a:r>
          </a:p>
          <a:p>
            <a:pPr marL="285750" indent="-285750">
              <a:lnSpc>
                <a:spcPct val="200000"/>
              </a:lnSpc>
              <a:buFont typeface="Arial" panose="020B0604020202020204" pitchFamily="34" charset="0"/>
              <a:buChar char="•"/>
            </a:pPr>
            <a:r>
              <a:rPr lang="en-US" dirty="0"/>
              <a:t>Data visualization</a:t>
            </a:r>
          </a:p>
          <a:p>
            <a:pPr marL="285750" indent="-285750">
              <a:lnSpc>
                <a:spcPct val="200000"/>
              </a:lnSpc>
              <a:buFont typeface="Arial" panose="020B0604020202020204" pitchFamily="34" charset="0"/>
              <a:buChar char="•"/>
            </a:pPr>
            <a:r>
              <a:rPr lang="en-US" dirty="0"/>
              <a:t>Conclusion &amp; Recommendations</a:t>
            </a:r>
          </a:p>
        </p:txBody>
      </p:sp>
    </p:spTree>
    <p:extLst>
      <p:ext uri="{BB962C8B-B14F-4D97-AF65-F5344CB8AC3E}">
        <p14:creationId xmlns:p14="http://schemas.microsoft.com/office/powerpoint/2010/main" val="14408719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 xmlns:a16="http://schemas.microsoft.com/office/drawing/2014/main" id="{545D3755-C3E2-975E-DE68-CDECC4B526EC}"/>
              </a:ext>
            </a:extLst>
          </p:cNvPr>
          <p:cNvSpPr>
            <a:spLocks noGrp="1"/>
          </p:cNvSpPr>
          <p:nvPr>
            <p:ph type="title"/>
          </p:nvPr>
        </p:nvSpPr>
        <p:spPr/>
        <p:txBody>
          <a:bodyPr/>
          <a:lstStyle/>
          <a:p>
            <a:r>
              <a:rPr lang="en-US" dirty="0">
                <a:solidFill>
                  <a:schemeClr val="bg1"/>
                </a:solidFill>
              </a:rPr>
              <a:t>Introduction</a:t>
            </a:r>
          </a:p>
        </p:txBody>
      </p:sp>
      <p:sp>
        <p:nvSpPr>
          <p:cNvPr id="7" name="Text Placeholder 6">
            <a:extLst>
              <a:ext uri="{FF2B5EF4-FFF2-40B4-BE49-F238E27FC236}">
                <a16:creationId xmlns="" xmlns:a16="http://schemas.microsoft.com/office/drawing/2014/main" id="{F70BD87D-F7DA-961B-4024-A354DC87D168}"/>
              </a:ext>
            </a:extLst>
          </p:cNvPr>
          <p:cNvSpPr>
            <a:spLocks noGrp="1"/>
          </p:cNvSpPr>
          <p:nvPr>
            <p:ph sz="quarter" idx="13"/>
          </p:nvPr>
        </p:nvSpPr>
        <p:spPr/>
        <p:txBody>
          <a:bodyPr>
            <a:normAutofit fontScale="77500" lnSpcReduction="20000"/>
          </a:bodyPr>
          <a:lstStyle/>
          <a:p>
            <a:r>
              <a:rPr lang="en-US" b="1" dirty="0">
                <a:solidFill>
                  <a:schemeClr val="bg1"/>
                </a:solidFill>
                <a:effectLst/>
              </a:rPr>
              <a:t>Objective</a:t>
            </a:r>
            <a:r>
              <a:rPr lang="en-US" dirty="0">
                <a:solidFill>
                  <a:schemeClr val="bg1"/>
                </a:solidFill>
                <a:effectLst/>
              </a:rPr>
              <a:t>: Analyze a housing dataset to understand factors influencing prices and prepare data for predictive modeling.</a:t>
            </a:r>
          </a:p>
          <a:p>
            <a:r>
              <a:rPr lang="en-US" b="1" dirty="0">
                <a:solidFill>
                  <a:schemeClr val="bg1"/>
                </a:solidFill>
                <a:effectLst/>
              </a:rPr>
              <a:t>Data Preparation</a:t>
            </a:r>
            <a:r>
              <a:rPr lang="en-US" dirty="0">
                <a:solidFill>
                  <a:schemeClr val="bg1"/>
                </a:solidFill>
                <a:effectLst/>
              </a:rPr>
              <a:t>: Initial steps involved data understanding, cleaning (handling missing values, outliers), and converting data types ('date' to datetime).</a:t>
            </a:r>
          </a:p>
          <a:p>
            <a:r>
              <a:rPr lang="en-US" b="1" dirty="0">
                <a:solidFill>
                  <a:schemeClr val="bg1"/>
                </a:solidFill>
                <a:effectLst/>
              </a:rPr>
              <a:t>Exploratory Data Analysis (EDA)</a:t>
            </a:r>
            <a:r>
              <a:rPr lang="en-US" dirty="0">
                <a:solidFill>
                  <a:schemeClr val="bg1"/>
                </a:solidFill>
                <a:effectLst/>
              </a:rPr>
              <a:t>: Conducted to visualize distributions, correlations, and relationships, using statistical tests to derive insights (e.g., significant relationships between 'bedrooms' and 'condition', and 'waterfront' access and 'price').</a:t>
            </a:r>
          </a:p>
          <a:p>
            <a:r>
              <a:rPr lang="en-US" b="1" dirty="0">
                <a:solidFill>
                  <a:schemeClr val="bg1"/>
                </a:solidFill>
                <a:effectLst/>
              </a:rPr>
              <a:t>Feature Engineering</a:t>
            </a:r>
            <a:r>
              <a:rPr lang="en-US" dirty="0">
                <a:solidFill>
                  <a:schemeClr val="bg1"/>
                </a:solidFill>
                <a:effectLst/>
              </a:rPr>
              <a:t>: Created new features like 'age_of_property' and 'price_per_sqft' to enhance the dataset for further analysis.</a:t>
            </a:r>
          </a:p>
          <a:p>
            <a:endParaRPr lang="en-US" dirty="0"/>
          </a:p>
        </p:txBody>
      </p:sp>
      <p:grpSp>
        <p:nvGrpSpPr>
          <p:cNvPr id="19" name="Group 18">
            <a:extLst>
              <a:ext uri="{FF2B5EF4-FFF2-40B4-BE49-F238E27FC236}">
                <a16:creationId xmlns="" xmlns:a16="http://schemas.microsoft.com/office/drawing/2014/main" id="{C78CEA4F-D72A-C069-6A51-328B103CA0CA}"/>
              </a:ext>
              <a:ext uri="{C183D7F6-B498-43B3-948B-1728B52AA6E4}">
                <adec:decorative xmlns=""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32003120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E94C72-D91C-A722-0001-1D3C63BF34BE}"/>
              </a:ext>
            </a:extLst>
          </p:cNvPr>
          <p:cNvSpPr>
            <a:spLocks noGrp="1"/>
          </p:cNvSpPr>
          <p:nvPr>
            <p:ph type="title"/>
          </p:nvPr>
        </p:nvSpPr>
        <p:spPr>
          <a:xfrm>
            <a:off x="633549" y="-93067"/>
            <a:ext cx="10873740" cy="1680205"/>
          </a:xfrm>
        </p:spPr>
        <p:txBody>
          <a:bodyPr/>
          <a:lstStyle/>
          <a:p>
            <a:r>
              <a:rPr lang="en-US" dirty="0">
                <a:solidFill>
                  <a:schemeClr val="bg1"/>
                </a:solidFill>
              </a:rPr>
              <a:t>Data</a:t>
            </a:r>
            <a:r>
              <a:rPr lang="en-US" dirty="0"/>
              <a:t> </a:t>
            </a:r>
            <a:r>
              <a:rPr lang="en-US" dirty="0">
                <a:solidFill>
                  <a:schemeClr val="bg1"/>
                </a:solidFill>
              </a:rPr>
              <a:t>Understanding</a:t>
            </a:r>
            <a:endParaRPr lang="en-IN" dirty="0">
              <a:solidFill>
                <a:schemeClr val="bg1"/>
              </a:solidFill>
            </a:endParaRPr>
          </a:p>
        </p:txBody>
      </p:sp>
      <p:sp>
        <p:nvSpPr>
          <p:cNvPr id="3" name="Content Placeholder 2">
            <a:extLst>
              <a:ext uri="{FF2B5EF4-FFF2-40B4-BE49-F238E27FC236}">
                <a16:creationId xmlns="" xmlns:a16="http://schemas.microsoft.com/office/drawing/2014/main" id="{7B416D5D-21A9-CEA1-CF9B-261E9D046136}"/>
              </a:ext>
            </a:extLst>
          </p:cNvPr>
          <p:cNvSpPr>
            <a:spLocks noGrp="1"/>
          </p:cNvSpPr>
          <p:nvPr>
            <p:ph sz="quarter" idx="13"/>
          </p:nvPr>
        </p:nvSpPr>
        <p:spPr>
          <a:xfrm>
            <a:off x="909256" y="1587138"/>
            <a:ext cx="10690561" cy="5074920"/>
          </a:xfrm>
        </p:spPr>
        <p:txBody>
          <a:bodyPr>
            <a:normAutofit fontScale="92500" lnSpcReduction="10000"/>
          </a:bodyPr>
          <a:lstStyle/>
          <a:p>
            <a:pPr marL="0" indent="0" algn="just">
              <a:lnSpc>
                <a:spcPct val="150000"/>
              </a:lnSpc>
              <a:buNone/>
            </a:pPr>
            <a:endParaRPr lang="en-US" dirty="0" smtClean="0"/>
          </a:p>
          <a:p>
            <a:pPr marL="0" lvl="0" indent="0" algn="just" defTabSz="914400" eaLnBrk="0" fontAlgn="base" hangingPunct="0">
              <a:lnSpc>
                <a:spcPct val="150000"/>
              </a:lnSpc>
              <a:spcBef>
                <a:spcPct val="0"/>
              </a:spcBef>
              <a:spcAft>
                <a:spcPct val="0"/>
              </a:spcAft>
              <a:buClrTx/>
              <a:buSzTx/>
              <a:buFontTx/>
              <a:buChar char="•"/>
            </a:pPr>
            <a:r>
              <a:rPr lang="en-US" altLang="en-US" sz="1800" b="1" dirty="0" smtClean="0">
                <a:ln>
                  <a:noFill/>
                </a:ln>
                <a:solidFill>
                  <a:srgbClr val="1F1F1F"/>
                </a:solidFill>
                <a:effectLst/>
                <a:latin typeface="Google Sans Text"/>
              </a:rPr>
              <a:t>Dataset </a:t>
            </a:r>
            <a:r>
              <a:rPr lang="en-US" altLang="en-US" sz="1800" b="1" dirty="0">
                <a:ln>
                  <a:noFill/>
                </a:ln>
                <a:solidFill>
                  <a:srgbClr val="1F1F1F"/>
                </a:solidFill>
                <a:effectLst/>
                <a:latin typeface="Google Sans Text"/>
              </a:rPr>
              <a:t>Overview</a:t>
            </a:r>
            <a:r>
              <a:rPr lang="en-US" altLang="en-US" sz="1800" dirty="0">
                <a:ln>
                  <a:noFill/>
                </a:ln>
                <a:solidFill>
                  <a:srgbClr val="1F1F1F"/>
                </a:solidFill>
                <a:effectLst/>
                <a:latin typeface="Google Sans Text"/>
              </a:rPr>
              <a:t>: The </a:t>
            </a:r>
            <a:r>
              <a:rPr lang="en-US" altLang="en-US" sz="1800" dirty="0">
                <a:ln>
                  <a:noFill/>
                </a:ln>
                <a:solidFill>
                  <a:srgbClr val="1F1F1F"/>
                </a:solidFill>
                <a:effectLst/>
                <a:latin typeface="Courier New" panose="02070309020205020404" pitchFamily="49" charset="0"/>
                <a:cs typeface="Courier New" panose="02070309020205020404" pitchFamily="49" charset="0"/>
              </a:rPr>
              <a:t>housing.csv</a:t>
            </a:r>
            <a:r>
              <a:rPr lang="en-US" altLang="en-US" sz="1800" dirty="0">
                <a:ln>
                  <a:noFill/>
                </a:ln>
                <a:solidFill>
                  <a:srgbClr val="1F1F1F"/>
                </a:solidFill>
                <a:effectLst/>
                <a:latin typeface="Google Sans Text"/>
              </a:rPr>
              <a:t> file was loaded into a Pandas DataFrame </a:t>
            </a:r>
            <a:r>
              <a:rPr lang="en-US" altLang="en-US" sz="1800" dirty="0">
                <a:ln>
                  <a:noFill/>
                </a:ln>
                <a:solidFill>
                  <a:srgbClr val="1F1F1F"/>
                </a:solidFill>
                <a:effectLst/>
                <a:latin typeface="Courier New" panose="02070309020205020404" pitchFamily="49" charset="0"/>
                <a:cs typeface="Courier New" panose="02070309020205020404" pitchFamily="49" charset="0"/>
              </a:rPr>
              <a:t>df</a:t>
            </a:r>
            <a:r>
              <a:rPr lang="en-US" altLang="en-US" sz="1800" dirty="0">
                <a:ln>
                  <a:noFill/>
                </a:ln>
                <a:solidFill>
                  <a:srgbClr val="1F1F1F"/>
                </a:solidFill>
                <a:effectLst/>
                <a:latin typeface="Google Sans Text"/>
              </a:rPr>
              <a:t>, comprising 4600 entries </a:t>
            </a:r>
            <a:r>
              <a:rPr lang="en-US" altLang="en-US" sz="1800" dirty="0" smtClean="0">
                <a:ln>
                  <a:noFill/>
                </a:ln>
                <a:solidFill>
                  <a:srgbClr val="1F1F1F"/>
                </a:solidFill>
                <a:effectLst/>
                <a:latin typeface="Google Sans Text"/>
              </a:rPr>
              <a:t>and 18 columns</a:t>
            </a:r>
            <a:r>
              <a:rPr lang="en-US" altLang="en-US" sz="1800" dirty="0">
                <a:ln>
                  <a:noFill/>
                </a:ln>
                <a:solidFill>
                  <a:srgbClr val="1F1F1F"/>
                </a:solidFill>
                <a:effectLst/>
                <a:latin typeface="Google Sans Text"/>
              </a:rPr>
              <a:t>.</a:t>
            </a:r>
          </a:p>
          <a:p>
            <a:pPr marL="0" lvl="0" indent="0" algn="just" defTabSz="914400" eaLnBrk="0" fontAlgn="base" hangingPunct="0">
              <a:lnSpc>
                <a:spcPct val="150000"/>
              </a:lnSpc>
              <a:spcBef>
                <a:spcPct val="0"/>
              </a:spcBef>
              <a:spcAft>
                <a:spcPct val="0"/>
              </a:spcAft>
              <a:buClrTx/>
              <a:buSzTx/>
              <a:buFontTx/>
              <a:buChar char="•"/>
            </a:pPr>
            <a:r>
              <a:rPr lang="en-US" altLang="en-US" sz="1800" b="1" dirty="0">
                <a:ln>
                  <a:noFill/>
                </a:ln>
                <a:solidFill>
                  <a:srgbClr val="1F1F1F"/>
                </a:solidFill>
                <a:effectLst/>
                <a:latin typeface="Google Sans Text"/>
              </a:rPr>
              <a:t>Column Information</a:t>
            </a:r>
            <a:r>
              <a:rPr lang="en-US" altLang="en-US" sz="1800" dirty="0">
                <a:ln>
                  <a:noFill/>
                </a:ln>
                <a:solidFill>
                  <a:srgbClr val="1F1F1F"/>
                </a:solidFill>
                <a:effectLst/>
                <a:latin typeface="Google Sans Text"/>
              </a:rPr>
              <a:t>: An initial inspection using </a:t>
            </a:r>
            <a:r>
              <a:rPr lang="en-US" altLang="en-US" sz="1800" dirty="0">
                <a:ln>
                  <a:noFill/>
                </a:ln>
                <a:solidFill>
                  <a:srgbClr val="1F1F1F"/>
                </a:solidFill>
                <a:effectLst/>
                <a:latin typeface="Courier New" panose="02070309020205020404" pitchFamily="49" charset="0"/>
                <a:cs typeface="Courier New" panose="02070309020205020404" pitchFamily="49" charset="0"/>
              </a:rPr>
              <a:t>df.info()</a:t>
            </a:r>
            <a:r>
              <a:rPr lang="en-US" altLang="en-US" sz="1800" dirty="0">
                <a:ln>
                  <a:noFill/>
                </a:ln>
                <a:solidFill>
                  <a:srgbClr val="1F1F1F"/>
                </a:solidFill>
                <a:effectLst/>
                <a:latin typeface="Google Sans Text"/>
              </a:rPr>
              <a:t> revealed column names, their respective data types (e.g., float64, int64, object), and the count of non-null values for each, providing insights into missing data.</a:t>
            </a:r>
          </a:p>
          <a:p>
            <a:pPr marL="0" lvl="0" indent="0" algn="just" defTabSz="914400" eaLnBrk="0" fontAlgn="base" hangingPunct="0">
              <a:lnSpc>
                <a:spcPct val="150000"/>
              </a:lnSpc>
              <a:spcBef>
                <a:spcPct val="0"/>
              </a:spcBef>
              <a:spcAft>
                <a:spcPct val="0"/>
              </a:spcAft>
              <a:buClrTx/>
              <a:buSzTx/>
              <a:buFontTx/>
              <a:buChar char="•"/>
            </a:pPr>
            <a:r>
              <a:rPr lang="en-US" altLang="en-US" sz="1800" b="1" dirty="0">
                <a:ln>
                  <a:noFill/>
                </a:ln>
                <a:solidFill>
                  <a:srgbClr val="1F1F1F"/>
                </a:solidFill>
                <a:effectLst/>
                <a:latin typeface="Google Sans Text"/>
              </a:rPr>
              <a:t>Missing Values Identified</a:t>
            </a:r>
            <a:r>
              <a:rPr lang="en-US" altLang="en-US" sz="1800" dirty="0">
                <a:ln>
                  <a:noFill/>
                </a:ln>
                <a:solidFill>
                  <a:srgbClr val="1F1F1F"/>
                </a:solidFill>
                <a:effectLst/>
                <a:latin typeface="Google Sans Text"/>
              </a:rPr>
              <a:t>: Columns such as </a:t>
            </a:r>
            <a:r>
              <a:rPr lang="en-US" altLang="en-US" sz="1800" dirty="0">
                <a:ln>
                  <a:noFill/>
                </a:ln>
                <a:solidFill>
                  <a:srgbClr val="1F1F1F"/>
                </a:solidFill>
                <a:effectLst/>
                <a:latin typeface="Courier New" panose="02070309020205020404" pitchFamily="49" charset="0"/>
                <a:cs typeface="Courier New" panose="02070309020205020404" pitchFamily="49" charset="0"/>
              </a:rPr>
              <a:t>sqft_living</a:t>
            </a:r>
            <a:r>
              <a:rPr lang="en-US" altLang="en-US" sz="1800" dirty="0">
                <a:ln>
                  <a:noFill/>
                </a:ln>
                <a:solidFill>
                  <a:srgbClr val="1F1F1F"/>
                </a:solidFill>
                <a:effectLst/>
                <a:latin typeface="Google Sans Text"/>
              </a:rPr>
              <a:t>, </a:t>
            </a:r>
            <a:r>
              <a:rPr lang="en-US" altLang="en-US" sz="1800" dirty="0">
                <a:ln>
                  <a:noFill/>
                </a:ln>
                <a:solidFill>
                  <a:srgbClr val="1F1F1F"/>
                </a:solidFill>
                <a:effectLst/>
                <a:latin typeface="Courier New" panose="02070309020205020404" pitchFamily="49" charset="0"/>
                <a:cs typeface="Courier New" panose="02070309020205020404" pitchFamily="49" charset="0"/>
              </a:rPr>
              <a:t>sqft_lot</a:t>
            </a:r>
            <a:r>
              <a:rPr lang="en-US" altLang="en-US" sz="1800" dirty="0">
                <a:ln>
                  <a:noFill/>
                </a:ln>
                <a:solidFill>
                  <a:srgbClr val="1F1F1F"/>
                </a:solidFill>
                <a:effectLst/>
                <a:latin typeface="Google Sans Text"/>
              </a:rPr>
              <a:t>, </a:t>
            </a:r>
            <a:r>
              <a:rPr lang="en-US" altLang="en-US" sz="1800" dirty="0" smtClean="0">
                <a:ln>
                  <a:noFill/>
                </a:ln>
                <a:solidFill>
                  <a:srgbClr val="1F1F1F"/>
                </a:solidFill>
                <a:effectLst/>
                <a:latin typeface="Courier New" panose="02070309020205020404" pitchFamily="49" charset="0"/>
                <a:cs typeface="Courier New" panose="02070309020205020404" pitchFamily="49" charset="0"/>
              </a:rPr>
              <a:t>yr_built</a:t>
            </a:r>
            <a:r>
              <a:rPr lang="en-US" altLang="en-US" sz="1800" dirty="0" smtClean="0">
                <a:ln>
                  <a:noFill/>
                </a:ln>
                <a:solidFill>
                  <a:srgbClr val="1F1F1F"/>
                </a:solidFill>
                <a:effectLst/>
                <a:latin typeface="Google Sans Text"/>
              </a:rPr>
              <a:t> and</a:t>
            </a:r>
            <a:r>
              <a:rPr lang="en-US" altLang="en-US" sz="1800" dirty="0">
                <a:ln>
                  <a:noFill/>
                </a:ln>
                <a:solidFill>
                  <a:srgbClr val="1F1F1F"/>
                </a:solidFill>
                <a:effectLst/>
                <a:latin typeface="Google Sans Text"/>
              </a:rPr>
              <a:t> </a:t>
            </a:r>
            <a:r>
              <a:rPr lang="en-US" altLang="en-US" sz="1800" dirty="0" smtClean="0">
                <a:ln>
                  <a:noFill/>
                </a:ln>
                <a:solidFill>
                  <a:srgbClr val="1F1F1F"/>
                </a:solidFill>
                <a:effectLst/>
                <a:latin typeface="Courier New" panose="02070309020205020404" pitchFamily="49" charset="0"/>
                <a:cs typeface="Courier New" panose="02070309020205020404" pitchFamily="49" charset="0"/>
              </a:rPr>
              <a:t>city</a:t>
            </a:r>
            <a:r>
              <a:rPr lang="en-US" altLang="en-US" sz="1800" dirty="0">
                <a:ln>
                  <a:noFill/>
                </a:ln>
                <a:solidFill>
                  <a:srgbClr val="1F1F1F"/>
                </a:solidFill>
                <a:effectLst/>
                <a:latin typeface="Google Sans Text"/>
              </a:rPr>
              <a:t> were identified as having missing </a:t>
            </a:r>
            <a:r>
              <a:rPr lang="en-US" altLang="en-US" sz="1800" dirty="0" smtClean="0">
                <a:ln>
                  <a:noFill/>
                </a:ln>
                <a:solidFill>
                  <a:srgbClr val="1F1F1F"/>
                </a:solidFill>
                <a:effectLst/>
                <a:latin typeface="Google Sans Text"/>
              </a:rPr>
              <a:t>values.</a:t>
            </a:r>
            <a:endParaRPr lang="en-US" altLang="en-US" sz="1800" dirty="0">
              <a:ln>
                <a:noFill/>
              </a:ln>
              <a:solidFill>
                <a:srgbClr val="1F1F1F"/>
              </a:solidFill>
              <a:effectLst/>
              <a:latin typeface="Google Sans Text"/>
            </a:endParaRPr>
          </a:p>
          <a:p>
            <a:pPr marL="0" lvl="0" indent="0" algn="just" defTabSz="914400" eaLnBrk="0" fontAlgn="base" hangingPunct="0">
              <a:lnSpc>
                <a:spcPct val="150000"/>
              </a:lnSpc>
              <a:spcBef>
                <a:spcPct val="0"/>
              </a:spcBef>
              <a:spcAft>
                <a:spcPct val="0"/>
              </a:spcAft>
              <a:buClrTx/>
              <a:buSzTx/>
              <a:buFontTx/>
              <a:buChar char="•"/>
            </a:pPr>
            <a:r>
              <a:rPr lang="en-US" altLang="en-US" sz="1800" b="1" dirty="0">
                <a:ln>
                  <a:noFill/>
                </a:ln>
                <a:solidFill>
                  <a:srgbClr val="1F1F1F"/>
                </a:solidFill>
                <a:effectLst/>
                <a:latin typeface="Google Sans Text"/>
              </a:rPr>
              <a:t>Descriptive Statistics</a:t>
            </a:r>
            <a:r>
              <a:rPr lang="en-US" altLang="en-US" sz="1800" dirty="0">
                <a:ln>
                  <a:noFill/>
                </a:ln>
                <a:solidFill>
                  <a:srgbClr val="1F1F1F"/>
                </a:solidFill>
                <a:effectLst/>
                <a:latin typeface="Google Sans Text"/>
              </a:rPr>
              <a:t>: </a:t>
            </a:r>
            <a:r>
              <a:rPr lang="en-US" altLang="en-US" sz="1800" dirty="0">
                <a:ln>
                  <a:noFill/>
                </a:ln>
                <a:solidFill>
                  <a:srgbClr val="1F1F1F"/>
                </a:solidFill>
                <a:effectLst/>
                <a:latin typeface="Courier New" panose="02070309020205020404" pitchFamily="49" charset="0"/>
                <a:cs typeface="Courier New" panose="02070309020205020404" pitchFamily="49" charset="0"/>
              </a:rPr>
              <a:t>df.describe()</a:t>
            </a:r>
            <a:r>
              <a:rPr lang="en-US" altLang="en-US" sz="1800" dirty="0">
                <a:ln>
                  <a:noFill/>
                </a:ln>
                <a:solidFill>
                  <a:srgbClr val="1F1F1F"/>
                </a:solidFill>
                <a:effectLst/>
                <a:latin typeface="Google Sans Text"/>
              </a:rPr>
              <a:t> provided statistical summaries for numerical columns, including count, mean, standard deviation, min/max values, and quartiles, giving a quick glance at the data distribution and potential outliers.</a:t>
            </a:r>
          </a:p>
          <a:p>
            <a:pPr marL="0" lvl="0" indent="0" algn="just" defTabSz="914400" eaLnBrk="0" fontAlgn="base" hangingPunct="0">
              <a:lnSpc>
                <a:spcPct val="150000"/>
              </a:lnSpc>
              <a:spcBef>
                <a:spcPct val="0"/>
              </a:spcBef>
              <a:spcAft>
                <a:spcPct val="0"/>
              </a:spcAft>
              <a:buClrTx/>
              <a:buSzTx/>
              <a:buFontTx/>
              <a:buChar char="•"/>
            </a:pPr>
            <a:r>
              <a:rPr lang="en-US" altLang="en-US" sz="1800" b="1" dirty="0">
                <a:ln>
                  <a:noFill/>
                </a:ln>
                <a:solidFill>
                  <a:srgbClr val="1F1F1F"/>
                </a:solidFill>
                <a:effectLst/>
                <a:latin typeface="Google Sans Text"/>
              </a:rPr>
              <a:t>Column Inventory</a:t>
            </a:r>
            <a:r>
              <a:rPr lang="en-US" altLang="en-US" sz="1800" dirty="0">
                <a:ln>
                  <a:noFill/>
                </a:ln>
                <a:solidFill>
                  <a:srgbClr val="1F1F1F"/>
                </a:solidFill>
                <a:effectLst/>
                <a:latin typeface="Google Sans Text"/>
              </a:rPr>
              <a:t>: All column names were explicitly listed, and columns were categorized into numeric and categorical types for further analysis and preprocessing.</a:t>
            </a:r>
          </a:p>
          <a:p>
            <a:pPr>
              <a:lnSpc>
                <a:spcPct val="150000"/>
              </a:lnSpc>
            </a:pPr>
            <a:endParaRPr lang="en-IN" dirty="0"/>
          </a:p>
        </p:txBody>
      </p:sp>
    </p:spTree>
    <p:extLst>
      <p:ext uri="{BB962C8B-B14F-4D97-AF65-F5344CB8AC3E}">
        <p14:creationId xmlns:p14="http://schemas.microsoft.com/office/powerpoint/2010/main" val="7274550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1C81726-051E-38F4-DCF1-228BA415C938}"/>
              </a:ext>
            </a:extLst>
          </p:cNvPr>
          <p:cNvSpPr>
            <a:spLocks noGrp="1"/>
          </p:cNvSpPr>
          <p:nvPr>
            <p:ph type="title"/>
          </p:nvPr>
        </p:nvSpPr>
        <p:spPr/>
        <p:txBody>
          <a:bodyPr/>
          <a:lstStyle/>
          <a:p>
            <a:r>
              <a:rPr lang="en-US" dirty="0">
                <a:solidFill>
                  <a:schemeClr val="bg1">
                    <a:lumMod val="95000"/>
                    <a:lumOff val="5000"/>
                  </a:schemeClr>
                </a:solidFill>
              </a:rPr>
              <a:t>Data Cleaning</a:t>
            </a:r>
            <a:endParaRPr lang="en-IN" dirty="0">
              <a:solidFill>
                <a:schemeClr val="bg1">
                  <a:lumMod val="95000"/>
                  <a:lumOff val="5000"/>
                </a:schemeClr>
              </a:solidFill>
            </a:endParaRPr>
          </a:p>
        </p:txBody>
      </p:sp>
      <p:sp>
        <p:nvSpPr>
          <p:cNvPr id="3" name="Content Placeholder 2">
            <a:extLst>
              <a:ext uri="{FF2B5EF4-FFF2-40B4-BE49-F238E27FC236}">
                <a16:creationId xmlns="" xmlns:a16="http://schemas.microsoft.com/office/drawing/2014/main" id="{040BF6B0-AC92-93C3-C2FE-189B2D46C8B2}"/>
              </a:ext>
            </a:extLst>
          </p:cNvPr>
          <p:cNvSpPr>
            <a:spLocks noGrp="1"/>
          </p:cNvSpPr>
          <p:nvPr>
            <p:ph sz="quarter" idx="13"/>
          </p:nvPr>
        </p:nvSpPr>
        <p:spPr/>
        <p:txBody>
          <a:bodyPr>
            <a:normAutofit/>
          </a:bodyPr>
          <a:lstStyle/>
          <a:p>
            <a:pPr>
              <a:lnSpc>
                <a:spcPct val="150000"/>
              </a:lnSpc>
            </a:pPr>
            <a:r>
              <a:rPr lang="en-US" sz="2400" dirty="0" smtClean="0">
                <a:solidFill>
                  <a:schemeClr val="bg2">
                    <a:lumMod val="75000"/>
                    <a:lumOff val="25000"/>
                  </a:schemeClr>
                </a:solidFill>
              </a:rPr>
              <a:t>Handling </a:t>
            </a:r>
            <a:r>
              <a:rPr lang="en-US" sz="2400" dirty="0">
                <a:solidFill>
                  <a:schemeClr val="bg2">
                    <a:lumMod val="75000"/>
                    <a:lumOff val="25000"/>
                  </a:schemeClr>
                </a:solidFill>
              </a:rPr>
              <a:t>Missing Values</a:t>
            </a:r>
          </a:p>
          <a:p>
            <a:pPr>
              <a:lnSpc>
                <a:spcPct val="150000"/>
              </a:lnSpc>
            </a:pPr>
            <a:r>
              <a:rPr lang="en-US" sz="2400" dirty="0">
                <a:solidFill>
                  <a:schemeClr val="bg2">
                    <a:lumMod val="75000"/>
                    <a:lumOff val="25000"/>
                  </a:schemeClr>
                </a:solidFill>
              </a:rPr>
              <a:t>Data type conversion</a:t>
            </a:r>
          </a:p>
          <a:p>
            <a:pPr>
              <a:lnSpc>
                <a:spcPct val="150000"/>
              </a:lnSpc>
            </a:pPr>
            <a:r>
              <a:rPr lang="en-US" sz="2400" dirty="0">
                <a:solidFill>
                  <a:schemeClr val="bg2">
                    <a:lumMod val="75000"/>
                    <a:lumOff val="25000"/>
                  </a:schemeClr>
                </a:solidFill>
              </a:rPr>
              <a:t>Checking outliers</a:t>
            </a:r>
            <a:endParaRPr lang="en-IN" sz="2400" dirty="0">
              <a:solidFill>
                <a:schemeClr val="bg2">
                  <a:lumMod val="75000"/>
                  <a:lumOff val="25000"/>
                </a:schemeClr>
              </a:solidFill>
            </a:endParaRPr>
          </a:p>
        </p:txBody>
      </p:sp>
    </p:spTree>
    <p:extLst>
      <p:ext uri="{BB962C8B-B14F-4D97-AF65-F5344CB8AC3E}">
        <p14:creationId xmlns:p14="http://schemas.microsoft.com/office/powerpoint/2010/main" val="34588647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5745C9-58B4-AC8D-7717-065B79A49BEA}"/>
              </a:ext>
            </a:extLst>
          </p:cNvPr>
          <p:cNvSpPr>
            <a:spLocks noGrp="1"/>
          </p:cNvSpPr>
          <p:nvPr>
            <p:ph type="title"/>
          </p:nvPr>
        </p:nvSpPr>
        <p:spPr/>
        <p:txBody>
          <a:bodyPr/>
          <a:lstStyle/>
          <a:p>
            <a:r>
              <a:rPr lang="en-US" dirty="0"/>
              <a:t>Handling Missing values</a:t>
            </a:r>
            <a:endParaRPr lang="en-IN" dirty="0"/>
          </a:p>
        </p:txBody>
      </p:sp>
      <p:sp>
        <p:nvSpPr>
          <p:cNvPr id="3" name="Content Placeholder 2">
            <a:extLst>
              <a:ext uri="{FF2B5EF4-FFF2-40B4-BE49-F238E27FC236}">
                <a16:creationId xmlns="" xmlns:a16="http://schemas.microsoft.com/office/drawing/2014/main" id="{A8879A29-0D58-ECE1-5D90-B3188C63436E}"/>
              </a:ext>
            </a:extLst>
          </p:cNvPr>
          <p:cNvSpPr>
            <a:spLocks noGrp="1"/>
          </p:cNvSpPr>
          <p:nvPr>
            <p:ph sz="quarter" idx="15"/>
          </p:nvPr>
        </p:nvSpPr>
        <p:spPr>
          <a:xfrm>
            <a:off x="594360" y="2676525"/>
            <a:ext cx="5087983" cy="3597470"/>
          </a:xfrm>
        </p:spPr>
        <p:txBody>
          <a:bodyPr>
            <a:normAutofit fontScale="77500" lnSpcReduction="20000"/>
          </a:bodyPr>
          <a:lstStyle/>
          <a:p>
            <a:r>
              <a:rPr lang="en-US" dirty="0">
                <a:solidFill>
                  <a:schemeClr val="bg1"/>
                </a:solidFill>
              </a:rPr>
              <a:t>Missing values can affect the accuracy of analysis and must be treated properly.</a:t>
            </a:r>
          </a:p>
          <a:p>
            <a:pPr marL="342900" indent="-342900">
              <a:buFont typeface="Arial" panose="020B0604020202020204" pitchFamily="34" charset="0"/>
              <a:buChar char="•"/>
            </a:pPr>
            <a:r>
              <a:rPr lang="en-US" dirty="0">
                <a:solidFill>
                  <a:schemeClr val="bg1"/>
                </a:solidFill>
              </a:rPr>
              <a:t>i</a:t>
            </a:r>
            <a:r>
              <a:rPr lang="en-US" dirty="0" smtClean="0">
                <a:solidFill>
                  <a:schemeClr val="bg1"/>
                </a:solidFill>
              </a:rPr>
              <a:t>snull</a:t>
            </a:r>
            <a:r>
              <a:rPr lang="en-US" dirty="0">
                <a:solidFill>
                  <a:schemeClr val="bg1"/>
                </a:solidFill>
              </a:rPr>
              <a:t>.</a:t>
            </a:r>
            <a:r>
              <a:rPr lang="en-US" dirty="0" smtClean="0">
                <a:solidFill>
                  <a:schemeClr val="bg1"/>
                </a:solidFill>
              </a:rPr>
              <a:t>() </a:t>
            </a:r>
            <a:r>
              <a:rPr lang="en-US" dirty="0">
                <a:solidFill>
                  <a:schemeClr val="bg1"/>
                </a:solidFill>
              </a:rPr>
              <a:t>function is used to find missing values in dataset.</a:t>
            </a:r>
          </a:p>
          <a:p>
            <a:pPr marL="342900" indent="-342900">
              <a:buFont typeface="Arial" panose="020B0604020202020204" pitchFamily="34" charset="0"/>
              <a:buChar char="•"/>
            </a:pPr>
            <a:r>
              <a:rPr lang="en-US" dirty="0">
                <a:solidFill>
                  <a:schemeClr val="bg1"/>
                </a:solidFill>
              </a:rPr>
              <a:t>Unique () function and replace the unique values.</a:t>
            </a:r>
          </a:p>
          <a:p>
            <a:pPr marL="342900" indent="-342900">
              <a:buFont typeface="Arial" panose="020B0604020202020204" pitchFamily="34" charset="0"/>
              <a:buChar char="•"/>
            </a:pPr>
            <a:r>
              <a:rPr lang="en-US" dirty="0" smtClean="0">
                <a:solidFill>
                  <a:schemeClr val="bg1"/>
                </a:solidFill>
              </a:rPr>
              <a:t>Median </a:t>
            </a:r>
            <a:r>
              <a:rPr lang="en-US" dirty="0">
                <a:solidFill>
                  <a:schemeClr val="bg1"/>
                </a:solidFill>
              </a:rPr>
              <a:t>is used to fill the missing  values in   numerical columns</a:t>
            </a:r>
            <a:r>
              <a:rPr lang="en-US" dirty="0" smtClean="0">
                <a:solidFill>
                  <a:schemeClr val="bg1"/>
                </a:solidFill>
              </a:rPr>
              <a:t>.</a:t>
            </a:r>
          </a:p>
          <a:p>
            <a:pPr marL="342900" indent="-342900">
              <a:buFont typeface="Arial" panose="020B0604020202020204" pitchFamily="34" charset="0"/>
              <a:buChar char="•"/>
            </a:pPr>
            <a:r>
              <a:rPr lang="en-US" dirty="0">
                <a:solidFill>
                  <a:schemeClr val="bg1"/>
                </a:solidFill>
                <a:effectLst/>
              </a:rPr>
              <a:t>T</a:t>
            </a:r>
            <a:r>
              <a:rPr lang="en-US" dirty="0" smtClean="0">
                <a:solidFill>
                  <a:schemeClr val="bg1"/>
                </a:solidFill>
                <a:effectLst/>
              </a:rPr>
              <a:t>he </a:t>
            </a:r>
            <a:r>
              <a:rPr lang="en-US" dirty="0">
                <a:solidFill>
                  <a:schemeClr val="bg1"/>
                </a:solidFill>
                <a:effectLst/>
              </a:rPr>
              <a:t>'city' column </a:t>
            </a:r>
            <a:r>
              <a:rPr lang="en-US" dirty="0" smtClean="0">
                <a:solidFill>
                  <a:schemeClr val="bg1"/>
                </a:solidFill>
                <a:effectLst/>
              </a:rPr>
              <a:t>does not </a:t>
            </a:r>
            <a:r>
              <a:rPr lang="en-US" dirty="0">
                <a:solidFill>
                  <a:schemeClr val="bg1"/>
                </a:solidFill>
                <a:effectLst/>
              </a:rPr>
              <a:t>affects the dataset, </a:t>
            </a:r>
            <a:r>
              <a:rPr lang="en-US" dirty="0" smtClean="0">
                <a:solidFill>
                  <a:schemeClr val="bg1"/>
                </a:solidFill>
                <a:effectLst/>
              </a:rPr>
              <a:t>primarily it is replaced with “Unknown” for </a:t>
            </a:r>
            <a:r>
              <a:rPr lang="en-US" dirty="0">
                <a:solidFill>
                  <a:schemeClr val="bg1"/>
                </a:solidFill>
                <a:effectLst/>
              </a:rPr>
              <a:t>a categorical </a:t>
            </a:r>
            <a:r>
              <a:rPr lang="en-US" dirty="0" smtClean="0">
                <a:solidFill>
                  <a:schemeClr val="bg1"/>
                </a:solidFill>
                <a:effectLst/>
              </a:rPr>
              <a:t>feature.</a:t>
            </a:r>
            <a:endParaRPr lang="en-IN" dirty="0">
              <a:solidFill>
                <a:schemeClr val="bg1"/>
              </a:solidFill>
            </a:endParaRPr>
          </a:p>
        </p:txBody>
      </p:sp>
      <p:pic>
        <p:nvPicPr>
          <p:cNvPr id="6" name="Content Placeholder 5">
            <a:extLst>
              <a:ext uri="{FF2B5EF4-FFF2-40B4-BE49-F238E27FC236}">
                <a16:creationId xmlns="" xmlns:a16="http://schemas.microsoft.com/office/drawing/2014/main" id="{D5D69B86-A978-DD7A-CDCF-30A38E445A39}"/>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6328569" y="2676525"/>
            <a:ext cx="3597275" cy="3597275"/>
          </a:xfrm>
        </p:spPr>
      </p:pic>
    </p:spTree>
    <p:extLst>
      <p:ext uri="{BB962C8B-B14F-4D97-AF65-F5344CB8AC3E}">
        <p14:creationId xmlns:p14="http://schemas.microsoft.com/office/powerpoint/2010/main" val="264278462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5C3F254-A913-D725-8FCB-51B06F2817FB}"/>
              </a:ext>
            </a:extLst>
          </p:cNvPr>
          <p:cNvSpPr>
            <a:spLocks noGrp="1"/>
          </p:cNvSpPr>
          <p:nvPr>
            <p:ph type="title"/>
          </p:nvPr>
        </p:nvSpPr>
        <p:spPr/>
        <p:txBody>
          <a:bodyPr/>
          <a:lstStyle/>
          <a:p>
            <a:r>
              <a:rPr lang="en-US" dirty="0"/>
              <a:t>Datatype Conversion</a:t>
            </a:r>
            <a:endParaRPr lang="en-IN" dirty="0"/>
          </a:p>
        </p:txBody>
      </p:sp>
      <p:sp>
        <p:nvSpPr>
          <p:cNvPr id="3" name="Content Placeholder 2">
            <a:extLst>
              <a:ext uri="{FF2B5EF4-FFF2-40B4-BE49-F238E27FC236}">
                <a16:creationId xmlns="" xmlns:a16="http://schemas.microsoft.com/office/drawing/2014/main" id="{0CE883E5-C185-3C96-167B-BF11E80BDD5C}"/>
              </a:ext>
            </a:extLst>
          </p:cNvPr>
          <p:cNvSpPr>
            <a:spLocks noGrp="1"/>
          </p:cNvSpPr>
          <p:nvPr>
            <p:ph sz="quarter" idx="15"/>
          </p:nvPr>
        </p:nvSpPr>
        <p:spPr/>
        <p:txBody>
          <a:bodyPr>
            <a:normAutofit lnSpcReduction="10000"/>
          </a:bodyPr>
          <a:lstStyle/>
          <a:p>
            <a:r>
              <a:rPr lang="en-US" dirty="0">
                <a:solidFill>
                  <a:schemeClr val="bg1"/>
                </a:solidFill>
              </a:rPr>
              <a:t>Different columns in the dataset may have incorrect or inconsistent data types. Converting them properly ensures accurate analysis.</a:t>
            </a:r>
          </a:p>
          <a:p>
            <a:pPr marL="342900" indent="-342900">
              <a:buFont typeface="Arial" panose="020B0604020202020204" pitchFamily="34" charset="0"/>
              <a:buChar char="•"/>
            </a:pPr>
            <a:r>
              <a:rPr lang="en-US" dirty="0">
                <a:solidFill>
                  <a:schemeClr val="bg1"/>
                </a:solidFill>
              </a:rPr>
              <a:t>d</a:t>
            </a:r>
            <a:r>
              <a:rPr lang="en-US" dirty="0" smtClean="0">
                <a:solidFill>
                  <a:schemeClr val="bg1"/>
                </a:solidFill>
              </a:rPr>
              <a:t>f</a:t>
            </a:r>
            <a:r>
              <a:rPr lang="en-US" dirty="0">
                <a:solidFill>
                  <a:schemeClr val="bg1"/>
                </a:solidFill>
              </a:rPr>
              <a:t>. to_numeric() is used to change datatype object into numeric datatype.</a:t>
            </a:r>
          </a:p>
          <a:p>
            <a:pPr marL="342900" indent="-342900">
              <a:buFont typeface="Arial" panose="020B0604020202020204" pitchFamily="34" charset="0"/>
              <a:buChar char="•"/>
            </a:pPr>
            <a:r>
              <a:rPr lang="en-US" dirty="0">
                <a:solidFill>
                  <a:schemeClr val="bg1"/>
                </a:solidFill>
              </a:rPr>
              <a:t>Astype( int, float) is used change the datatype into int or float.</a:t>
            </a:r>
            <a:endParaRPr lang="en-IN" dirty="0">
              <a:solidFill>
                <a:schemeClr val="bg1"/>
              </a:solidFill>
            </a:endParaRPr>
          </a:p>
        </p:txBody>
      </p:sp>
      <p:pic>
        <p:nvPicPr>
          <p:cNvPr id="5" name="Content Placeholder 4"/>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5483542" y="2676525"/>
            <a:ext cx="5053829" cy="2599508"/>
          </a:xfrm>
        </p:spPr>
      </p:pic>
    </p:spTree>
    <p:extLst>
      <p:ext uri="{BB962C8B-B14F-4D97-AF65-F5344CB8AC3E}">
        <p14:creationId xmlns:p14="http://schemas.microsoft.com/office/powerpoint/2010/main" val="40567237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7FEADE-298E-6B13-1EED-822B0F569BFD}"/>
              </a:ext>
            </a:extLst>
          </p:cNvPr>
          <p:cNvSpPr>
            <a:spLocks noGrp="1"/>
          </p:cNvSpPr>
          <p:nvPr>
            <p:ph type="title"/>
          </p:nvPr>
        </p:nvSpPr>
        <p:spPr/>
        <p:txBody>
          <a:bodyPr/>
          <a:lstStyle/>
          <a:p>
            <a:r>
              <a:rPr lang="en-US" dirty="0"/>
              <a:t>Checking Outliers</a:t>
            </a:r>
            <a:endParaRPr lang="en-IN" dirty="0"/>
          </a:p>
        </p:txBody>
      </p:sp>
      <p:sp>
        <p:nvSpPr>
          <p:cNvPr id="3" name="Content Placeholder 2">
            <a:extLst>
              <a:ext uri="{FF2B5EF4-FFF2-40B4-BE49-F238E27FC236}">
                <a16:creationId xmlns="" xmlns:a16="http://schemas.microsoft.com/office/drawing/2014/main" id="{29F79112-D0BB-0221-C56E-852E84C0B22F}"/>
              </a:ext>
            </a:extLst>
          </p:cNvPr>
          <p:cNvSpPr>
            <a:spLocks noGrp="1"/>
          </p:cNvSpPr>
          <p:nvPr>
            <p:ph sz="quarter" idx="15"/>
          </p:nvPr>
        </p:nvSpPr>
        <p:spPr/>
        <p:txBody>
          <a:bodyPr/>
          <a:lstStyle/>
          <a:p>
            <a:r>
              <a:rPr lang="en-US" dirty="0">
                <a:solidFill>
                  <a:schemeClr val="bg1">
                    <a:lumMod val="95000"/>
                    <a:lumOff val="5000"/>
                  </a:schemeClr>
                </a:solidFill>
              </a:rPr>
              <a:t>Outliers are unusual values that don’t fit the general pattern of the data. They can arise due to data entry errors, rare cases, or genuine market </a:t>
            </a:r>
            <a:r>
              <a:rPr lang="en-US" dirty="0" smtClean="0">
                <a:solidFill>
                  <a:schemeClr val="bg1">
                    <a:lumMod val="95000"/>
                    <a:lumOff val="5000"/>
                  </a:schemeClr>
                </a:solidFill>
              </a:rPr>
              <a:t>differences. </a:t>
            </a:r>
            <a:r>
              <a:rPr lang="en-US" dirty="0">
                <a:solidFill>
                  <a:schemeClr val="bg1">
                    <a:lumMod val="95000"/>
                    <a:lumOff val="5000"/>
                  </a:schemeClr>
                </a:solidFill>
              </a:rPr>
              <a:t>Handling them properly ensures meaningful insights.</a:t>
            </a:r>
          </a:p>
          <a:p>
            <a:pPr marL="342900" indent="-342900">
              <a:buFont typeface="Arial" panose="020B0604020202020204" pitchFamily="34" charset="0"/>
              <a:buChar char="•"/>
            </a:pPr>
            <a:r>
              <a:rPr lang="en-US" dirty="0">
                <a:solidFill>
                  <a:schemeClr val="bg1">
                    <a:lumMod val="95000"/>
                    <a:lumOff val="5000"/>
                  </a:schemeClr>
                </a:solidFill>
              </a:rPr>
              <a:t>Boxplot is used to find outliers in </a:t>
            </a:r>
            <a:r>
              <a:rPr lang="en-IN" dirty="0">
                <a:solidFill>
                  <a:schemeClr val="bg1">
                    <a:lumMod val="95000"/>
                    <a:lumOff val="5000"/>
                  </a:schemeClr>
                </a:solidFill>
              </a:rPr>
              <a:t>Exploratory Data Analysis.</a:t>
            </a:r>
          </a:p>
        </p:txBody>
      </p:sp>
      <p:pic>
        <p:nvPicPr>
          <p:cNvPr id="10" name="Content Placeholder 9"/>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5199735" y="2867182"/>
            <a:ext cx="3210840" cy="1177719"/>
          </a:xfrm>
        </p:spPr>
      </p:pic>
      <p:cxnSp>
        <p:nvCxnSpPr>
          <p:cNvPr id="8" name="Straight Arrow Connector 7">
            <a:extLst>
              <a:ext uri="{FF2B5EF4-FFF2-40B4-BE49-F238E27FC236}">
                <a16:creationId xmlns="" xmlns:a16="http://schemas.microsoft.com/office/drawing/2014/main" id="{85FFE143-8C84-81F7-EFD5-3660D05765DA}"/>
              </a:ext>
            </a:extLst>
          </p:cNvPr>
          <p:cNvCxnSpPr/>
          <p:nvPr/>
        </p:nvCxnSpPr>
        <p:spPr>
          <a:xfrm flipV="1">
            <a:off x="8207512" y="4044901"/>
            <a:ext cx="610951"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99735" y="3971654"/>
            <a:ext cx="3210840" cy="2345425"/>
          </a:xfrm>
          <a:prstGeom prst="rect">
            <a:avLst/>
          </a:prstGeom>
        </p:spPr>
      </p:pic>
      <p:pic>
        <p:nvPicPr>
          <p:cNvPr id="12" name="Picture 11"/>
          <p:cNvPicPr>
            <a:picLocks noChangeAspect="1"/>
          </p:cNvPicPr>
          <p:nvPr/>
        </p:nvPicPr>
        <p:blipFill>
          <a:blip r:embed="rId4"/>
          <a:stretch>
            <a:fillRect/>
          </a:stretch>
        </p:blipFill>
        <p:spPr>
          <a:xfrm>
            <a:off x="8818463" y="3000453"/>
            <a:ext cx="3163007" cy="2378113"/>
          </a:xfrm>
          <a:prstGeom prst="rect">
            <a:avLst/>
          </a:prstGeom>
        </p:spPr>
      </p:pic>
    </p:spTree>
    <p:extLst>
      <p:ext uri="{BB962C8B-B14F-4D97-AF65-F5344CB8AC3E}">
        <p14:creationId xmlns:p14="http://schemas.microsoft.com/office/powerpoint/2010/main" val="22671399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79AC94-BE60-709C-D39B-74211D1271D5}"/>
              </a:ext>
            </a:extLst>
          </p:cNvPr>
          <p:cNvSpPr>
            <a:spLocks noGrp="1"/>
          </p:cNvSpPr>
          <p:nvPr>
            <p:ph type="title"/>
          </p:nvPr>
        </p:nvSpPr>
        <p:spPr/>
        <p:txBody>
          <a:bodyPr/>
          <a:lstStyle/>
          <a:p>
            <a:r>
              <a:rPr lang="en-US" dirty="0"/>
              <a:t>Descriptive Analysis</a:t>
            </a:r>
            <a:endParaRPr lang="en-IN" dirty="0"/>
          </a:p>
        </p:txBody>
      </p:sp>
      <p:sp>
        <p:nvSpPr>
          <p:cNvPr id="3" name="Content Placeholder 2">
            <a:extLst>
              <a:ext uri="{FF2B5EF4-FFF2-40B4-BE49-F238E27FC236}">
                <a16:creationId xmlns="" xmlns:a16="http://schemas.microsoft.com/office/drawing/2014/main" id="{6AE5B009-46F4-DDC9-C6F7-E865B36C0902}"/>
              </a:ext>
            </a:extLst>
          </p:cNvPr>
          <p:cNvSpPr>
            <a:spLocks noGrp="1"/>
          </p:cNvSpPr>
          <p:nvPr>
            <p:ph sz="quarter" idx="15"/>
          </p:nvPr>
        </p:nvSpPr>
        <p:spPr/>
        <p:txBody>
          <a:bodyPr>
            <a:normAutofit lnSpcReduction="10000"/>
          </a:bodyPr>
          <a:lstStyle/>
          <a:p>
            <a:r>
              <a:rPr lang="en-US" dirty="0">
                <a:solidFill>
                  <a:schemeClr val="bg1"/>
                </a:solidFill>
              </a:rPr>
              <a:t>Descriptive analysis summarizes and presents the main characteristics of the dataset using statistical measures and visualizations. It helps in understanding the distribution, central tendency, and spread of the data.</a:t>
            </a:r>
          </a:p>
          <a:p>
            <a:endParaRPr lang="en-US" dirty="0">
              <a:solidFill>
                <a:schemeClr val="bg1"/>
              </a:solidFill>
            </a:endParaRPr>
          </a:p>
          <a:p>
            <a:pPr marL="342900" indent="-342900">
              <a:buFont typeface="Arial" panose="020B0604020202020204" pitchFamily="34" charset="0"/>
              <a:buChar char="•"/>
            </a:pPr>
            <a:r>
              <a:rPr lang="en-US" dirty="0">
                <a:solidFill>
                  <a:schemeClr val="bg1"/>
                </a:solidFill>
              </a:rPr>
              <a:t>describe </a:t>
            </a:r>
            <a:r>
              <a:rPr lang="en-US" dirty="0" smtClean="0">
                <a:solidFill>
                  <a:schemeClr val="bg1"/>
                </a:solidFill>
              </a:rPr>
              <a:t>()</a:t>
            </a:r>
            <a:endParaRPr lang="en-IN" dirty="0">
              <a:solidFill>
                <a:schemeClr val="bg1"/>
              </a:solidFill>
            </a:endParaRPr>
          </a:p>
        </p:txBody>
      </p:sp>
      <p:pic>
        <p:nvPicPr>
          <p:cNvPr id="5" name="Content Placeholder 4"/>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5085187" y="2338251"/>
            <a:ext cx="6357876" cy="3631475"/>
          </a:xfrm>
        </p:spPr>
      </p:pic>
    </p:spTree>
    <p:extLst>
      <p:ext uri="{BB962C8B-B14F-4D97-AF65-F5344CB8AC3E}">
        <p14:creationId xmlns:p14="http://schemas.microsoft.com/office/powerpoint/2010/main" val="11916824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4BDFAD6-F386-CCF9-A5A9-328A254E4F59}"/>
              </a:ext>
            </a:extLst>
          </p:cNvPr>
          <p:cNvSpPr>
            <a:spLocks noGrp="1"/>
          </p:cNvSpPr>
          <p:nvPr>
            <p:ph type="title"/>
          </p:nvPr>
        </p:nvSpPr>
        <p:spPr/>
        <p:txBody>
          <a:bodyPr/>
          <a:lstStyle/>
          <a:p>
            <a:r>
              <a:rPr lang="en-US" dirty="0"/>
              <a:t>Statistic Analysis</a:t>
            </a:r>
            <a:endParaRPr lang="en-IN" dirty="0"/>
          </a:p>
        </p:txBody>
      </p:sp>
      <p:sp>
        <p:nvSpPr>
          <p:cNvPr id="3" name="Content Placeholder 2">
            <a:extLst>
              <a:ext uri="{FF2B5EF4-FFF2-40B4-BE49-F238E27FC236}">
                <a16:creationId xmlns="" xmlns:a16="http://schemas.microsoft.com/office/drawing/2014/main" id="{09DE91AB-B835-22DB-8ADD-D8DC05FC50F0}"/>
              </a:ext>
            </a:extLst>
          </p:cNvPr>
          <p:cNvSpPr>
            <a:spLocks noGrp="1"/>
          </p:cNvSpPr>
          <p:nvPr>
            <p:ph sz="quarter" idx="15"/>
          </p:nvPr>
        </p:nvSpPr>
        <p:spPr/>
        <p:txBody>
          <a:bodyPr>
            <a:normAutofit fontScale="92500" lnSpcReduction="20000"/>
          </a:bodyPr>
          <a:lstStyle/>
          <a:p>
            <a:r>
              <a:rPr lang="en-US" b="1" dirty="0">
                <a:solidFill>
                  <a:schemeClr val="bg1"/>
                </a:solidFill>
              </a:rPr>
              <a:t>Statistical Analysis</a:t>
            </a:r>
            <a:r>
              <a:rPr lang="en-US" dirty="0">
                <a:solidFill>
                  <a:schemeClr val="bg1"/>
                </a:solidFill>
              </a:rPr>
              <a:t> is the process of collecting, organizing, analyzing, interpreting, and presenting data to uncover patterns, relationships, and trends. It helps in making informed decisions, testing hypotheses, and predicting future outcomes. By applying descriptive and inferential statistical methods, analysts can summarize data effectively, identify anomalies, and draw meaningful conclusions to support research or business objectives.</a:t>
            </a:r>
          </a:p>
          <a:p>
            <a:endParaRPr lang="en-IN" dirty="0"/>
          </a:p>
        </p:txBody>
      </p:sp>
      <p:sp>
        <p:nvSpPr>
          <p:cNvPr id="4" name="Content Placeholder 3">
            <a:extLst>
              <a:ext uri="{FF2B5EF4-FFF2-40B4-BE49-F238E27FC236}">
                <a16:creationId xmlns="" xmlns:a16="http://schemas.microsoft.com/office/drawing/2014/main" id="{BDA72CEA-B030-EA0C-6F4E-8E5D74877A3B}"/>
              </a:ext>
            </a:extLst>
          </p:cNvPr>
          <p:cNvSpPr>
            <a:spLocks noGrp="1"/>
          </p:cNvSpPr>
          <p:nvPr>
            <p:ph sz="quarter" idx="16"/>
          </p:nvPr>
        </p:nvSpPr>
        <p:spPr/>
        <p:txBody>
          <a:bodyPr/>
          <a:lstStyle/>
          <a:p>
            <a:r>
              <a:rPr lang="en-US" dirty="0">
                <a:solidFill>
                  <a:schemeClr val="bg2">
                    <a:lumMod val="75000"/>
                    <a:lumOff val="25000"/>
                  </a:schemeClr>
                </a:solidFill>
              </a:rPr>
              <a:t>T</a:t>
            </a:r>
            <a:r>
              <a:rPr lang="en-US" dirty="0" smtClean="0">
                <a:solidFill>
                  <a:schemeClr val="bg2">
                    <a:lumMod val="75000"/>
                    <a:lumOff val="25000"/>
                  </a:schemeClr>
                </a:solidFill>
              </a:rPr>
              <a:t>ypes </a:t>
            </a:r>
            <a:r>
              <a:rPr lang="en-US" dirty="0">
                <a:solidFill>
                  <a:schemeClr val="bg2">
                    <a:lumMod val="75000"/>
                    <a:lumOff val="25000"/>
                  </a:schemeClr>
                </a:solidFill>
              </a:rPr>
              <a:t>of statistic analysis</a:t>
            </a:r>
            <a:r>
              <a:rPr lang="en-US" dirty="0" smtClean="0">
                <a:solidFill>
                  <a:schemeClr val="bg2">
                    <a:lumMod val="75000"/>
                    <a:lumOff val="25000"/>
                  </a:schemeClr>
                </a:solidFill>
              </a:rPr>
              <a:t>:</a:t>
            </a:r>
            <a:endParaRPr lang="en-US" dirty="0">
              <a:solidFill>
                <a:schemeClr val="bg2">
                  <a:lumMod val="75000"/>
                  <a:lumOff val="25000"/>
                </a:schemeClr>
              </a:solidFill>
            </a:endParaRPr>
          </a:p>
          <a:p>
            <a:pPr marL="342900" indent="-342900">
              <a:buFont typeface="Arial" panose="020B0604020202020204" pitchFamily="34" charset="0"/>
              <a:buChar char="•"/>
            </a:pPr>
            <a:r>
              <a:rPr lang="en-US" dirty="0">
                <a:solidFill>
                  <a:schemeClr val="bg2">
                    <a:lumMod val="75000"/>
                    <a:lumOff val="25000"/>
                  </a:schemeClr>
                </a:solidFill>
              </a:rPr>
              <a:t>T-test</a:t>
            </a:r>
          </a:p>
          <a:p>
            <a:pPr marL="342900" indent="-342900">
              <a:buFont typeface="Arial" panose="020B0604020202020204" pitchFamily="34" charset="0"/>
              <a:buChar char="•"/>
            </a:pPr>
            <a:r>
              <a:rPr lang="en-US" dirty="0" smtClean="0">
                <a:solidFill>
                  <a:schemeClr val="bg2">
                    <a:lumMod val="75000"/>
                    <a:lumOff val="25000"/>
                  </a:schemeClr>
                </a:solidFill>
              </a:rPr>
              <a:t>Chi-square test</a:t>
            </a:r>
            <a:endParaRPr lang="en-US" dirty="0">
              <a:solidFill>
                <a:schemeClr val="bg2">
                  <a:lumMod val="75000"/>
                  <a:lumOff val="25000"/>
                </a:schemeClr>
              </a:solidFill>
            </a:endParaRPr>
          </a:p>
        </p:txBody>
      </p:sp>
    </p:spTree>
    <p:extLst>
      <p:ext uri="{BB962C8B-B14F-4D97-AF65-F5344CB8AC3E}">
        <p14:creationId xmlns:p14="http://schemas.microsoft.com/office/powerpoint/2010/main" val="22242928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CAF85D35-93F3-9683-8DE8-4625074462E1}"/>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60578457-364D-CC35-CC9F-3DDFEC8AD60A}"/>
              </a:ext>
            </a:extLst>
          </p:cNvPr>
          <p:cNvSpPr/>
          <p:nvPr/>
        </p:nvSpPr>
        <p:spPr>
          <a:xfrm>
            <a:off x="474453" y="1117121"/>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2" name="TextBox 1">
            <a:extLst>
              <a:ext uri="{FF2B5EF4-FFF2-40B4-BE49-F238E27FC236}">
                <a16:creationId xmlns="" xmlns:a16="http://schemas.microsoft.com/office/drawing/2014/main" id="{44ED59D5-A82A-884E-10A5-93D5DA53C302}"/>
              </a:ext>
            </a:extLst>
          </p:cNvPr>
          <p:cNvSpPr txBox="1"/>
          <p:nvPr/>
        </p:nvSpPr>
        <p:spPr>
          <a:xfrm>
            <a:off x="4267200" y="172527"/>
            <a:ext cx="3657600" cy="461665"/>
          </a:xfrm>
          <a:prstGeom prst="rect">
            <a:avLst/>
          </a:prstGeom>
          <a:noFill/>
        </p:spPr>
        <p:txBody>
          <a:bodyPr wrap="square" rtlCol="0">
            <a:spAutoFit/>
          </a:bodyPr>
          <a:lstStyle/>
          <a:p>
            <a:pPr algn="ctr"/>
            <a:r>
              <a:rPr lang="en-US" sz="2400" b="1" dirty="0">
                <a:solidFill>
                  <a:schemeClr val="bg1"/>
                </a:solidFill>
              </a:rPr>
              <a:t>One Sample t-test</a:t>
            </a:r>
            <a:endParaRPr lang="en-IN" sz="2400" b="1" dirty="0">
              <a:solidFill>
                <a:schemeClr val="bg1"/>
              </a:solidFill>
            </a:endParaRPr>
          </a:p>
        </p:txBody>
      </p:sp>
      <p:sp>
        <p:nvSpPr>
          <p:cNvPr id="4" name="TextBox 3">
            <a:extLst>
              <a:ext uri="{FF2B5EF4-FFF2-40B4-BE49-F238E27FC236}">
                <a16:creationId xmlns="" xmlns:a16="http://schemas.microsoft.com/office/drawing/2014/main" id="{44EB3B86-2836-C750-EA68-B21554370E50}"/>
              </a:ext>
            </a:extLst>
          </p:cNvPr>
          <p:cNvSpPr txBox="1"/>
          <p:nvPr/>
        </p:nvSpPr>
        <p:spPr>
          <a:xfrm>
            <a:off x="638355" y="541859"/>
            <a:ext cx="10915290" cy="646331"/>
          </a:xfrm>
          <a:prstGeom prst="rect">
            <a:avLst/>
          </a:prstGeom>
          <a:noFill/>
        </p:spPr>
        <p:txBody>
          <a:bodyPr wrap="square" rtlCol="0">
            <a:spAutoFit/>
          </a:bodyPr>
          <a:lstStyle/>
          <a:p>
            <a:r>
              <a:rPr lang="en-US" dirty="0">
                <a:solidFill>
                  <a:schemeClr val="bg1"/>
                </a:solidFill>
              </a:rPr>
              <a:t>A one-sample t-test was conducted to determine whether the mean </a:t>
            </a:r>
            <a:r>
              <a:rPr lang="en-US" dirty="0" smtClean="0">
                <a:solidFill>
                  <a:schemeClr val="bg1"/>
                </a:solidFill>
              </a:rPr>
              <a:t>house </a:t>
            </a:r>
            <a:r>
              <a:rPr lang="en-US" dirty="0">
                <a:solidFill>
                  <a:schemeClr val="bg1"/>
                </a:solidFill>
              </a:rPr>
              <a:t>price differs from the </a:t>
            </a:r>
            <a:r>
              <a:rPr lang="en-US" b="1" dirty="0">
                <a:solidFill>
                  <a:schemeClr val="bg1"/>
                </a:solidFill>
              </a:rPr>
              <a:t>population mean of </a:t>
            </a:r>
            <a:r>
              <a:rPr lang="en-US" b="1" dirty="0" smtClean="0">
                <a:solidFill>
                  <a:schemeClr val="bg1"/>
                </a:solidFill>
              </a:rPr>
              <a:t>₹553948.</a:t>
            </a:r>
            <a:endParaRPr lang="en-US"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5361" y="1763452"/>
            <a:ext cx="9121273" cy="3602774"/>
          </a:xfrm>
          <a:prstGeom prst="rect">
            <a:avLst/>
          </a:prstGeom>
        </p:spPr>
      </p:pic>
      <p:pic>
        <p:nvPicPr>
          <p:cNvPr id="5" name="Picture 4"/>
          <p:cNvPicPr>
            <a:picLocks noChangeAspect="1"/>
          </p:cNvPicPr>
          <p:nvPr/>
        </p:nvPicPr>
        <p:blipFill>
          <a:blip r:embed="rId4"/>
          <a:stretch>
            <a:fillRect/>
          </a:stretch>
        </p:blipFill>
        <p:spPr>
          <a:xfrm>
            <a:off x="1535362" y="5722492"/>
            <a:ext cx="9121273" cy="812565"/>
          </a:xfrm>
          <a:prstGeom prst="rect">
            <a:avLst/>
          </a:prstGeom>
        </p:spPr>
      </p:pic>
    </p:spTree>
    <p:extLst>
      <p:ext uri="{BB962C8B-B14F-4D97-AF65-F5344CB8AC3E}">
        <p14:creationId xmlns:p14="http://schemas.microsoft.com/office/powerpoint/2010/main" val="19215731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0759DC4-8B30-98A0-5BAB-C78BA4A4AD55}"/>
              </a:ext>
            </a:extLst>
          </p:cNvPr>
          <p:cNvSpPr>
            <a:spLocks noGrp="1"/>
          </p:cNvSpPr>
          <p:nvPr>
            <p:ph type="title"/>
          </p:nvPr>
        </p:nvSpPr>
        <p:spPr>
          <a:xfrm>
            <a:off x="449217" y="-787159"/>
            <a:ext cx="10972800" cy="1574317"/>
          </a:xfrm>
        </p:spPr>
        <p:txBody>
          <a:bodyPr/>
          <a:lstStyle/>
          <a:p>
            <a:r>
              <a:rPr lang="en-US" dirty="0"/>
              <a:t>Data Visualization</a:t>
            </a:r>
          </a:p>
        </p:txBody>
      </p:sp>
      <p:sp>
        <p:nvSpPr>
          <p:cNvPr id="3" name="Content Placeholder 2">
            <a:extLst>
              <a:ext uri="{FF2B5EF4-FFF2-40B4-BE49-F238E27FC236}">
                <a16:creationId xmlns="" xmlns:a16="http://schemas.microsoft.com/office/drawing/2014/main" id="{4096FB3A-B62C-3DAB-4FD1-B4EBDD650AEF}"/>
              </a:ext>
            </a:extLst>
          </p:cNvPr>
          <p:cNvSpPr>
            <a:spLocks noGrp="1"/>
          </p:cNvSpPr>
          <p:nvPr>
            <p:ph sz="quarter" idx="13"/>
          </p:nvPr>
        </p:nvSpPr>
        <p:spPr>
          <a:xfrm>
            <a:off x="1260101" y="964279"/>
            <a:ext cx="9351033" cy="4034826"/>
          </a:xfrm>
        </p:spPr>
        <p:txBody>
          <a:bodyPr>
            <a:noAutofit/>
          </a:bodyPr>
          <a:lstStyle/>
          <a:p>
            <a:r>
              <a:rPr lang="en-US" dirty="0">
                <a:solidFill>
                  <a:schemeClr val="bg2">
                    <a:lumMod val="75000"/>
                  </a:schemeClr>
                </a:solidFill>
              </a:rPr>
              <a:t>Data visualization is a key part of Exploratory Data Analysis (EDA) that helps transform raw data into meaningful insights through graphs and charts. In this project, visualizations are used to study </a:t>
            </a:r>
            <a:r>
              <a:rPr lang="en-US" dirty="0" smtClean="0">
                <a:solidFill>
                  <a:schemeClr val="bg2">
                    <a:lumMod val="75000"/>
                  </a:schemeClr>
                </a:solidFill>
              </a:rPr>
              <a:t>price,sqft_living,bedroom &amp; bathroom.</a:t>
            </a:r>
            <a:endParaRPr lang="en-US" dirty="0">
              <a:solidFill>
                <a:schemeClr val="bg2">
                  <a:lumMod val="75000"/>
                </a:schemeClr>
              </a:solidFill>
            </a:endParaRPr>
          </a:p>
          <a:p>
            <a:pPr marL="342900" indent="-342900">
              <a:buFont typeface="Arial" panose="020B0604020202020204" pitchFamily="34" charset="0"/>
              <a:buChar char="•"/>
            </a:pPr>
            <a:r>
              <a:rPr lang="en-US" b="1" dirty="0">
                <a:solidFill>
                  <a:schemeClr val="bg2">
                    <a:lumMod val="75000"/>
                  </a:schemeClr>
                </a:solidFill>
              </a:rPr>
              <a:t>Univariate analysis</a:t>
            </a:r>
            <a:r>
              <a:rPr lang="en-US" dirty="0">
                <a:solidFill>
                  <a:schemeClr val="bg2">
                    <a:lumMod val="75000"/>
                  </a:schemeClr>
                </a:solidFill>
              </a:rPr>
              <a:t> (histograms, countplots) shows distributions of single features such </a:t>
            </a:r>
            <a:r>
              <a:rPr lang="en-US" dirty="0" smtClean="0">
                <a:solidFill>
                  <a:schemeClr val="bg2">
                    <a:lumMod val="75000"/>
                  </a:schemeClr>
                </a:solidFill>
              </a:rPr>
              <a:t>as Price,sqft_living,bedroom</a:t>
            </a:r>
            <a:r>
              <a:rPr lang="en-US" dirty="0">
                <a:solidFill>
                  <a:schemeClr val="bg2">
                    <a:lumMod val="75000"/>
                  </a:schemeClr>
                </a:solidFill>
              </a:rPr>
              <a:t> </a:t>
            </a:r>
            <a:r>
              <a:rPr lang="en-US" dirty="0" smtClean="0">
                <a:solidFill>
                  <a:schemeClr val="bg2">
                    <a:lumMod val="75000"/>
                  </a:schemeClr>
                </a:solidFill>
              </a:rPr>
              <a:t>and Bathroom.</a:t>
            </a:r>
            <a:endParaRPr lang="en-US" dirty="0">
              <a:solidFill>
                <a:schemeClr val="bg2">
                  <a:lumMod val="75000"/>
                </a:schemeClr>
              </a:solidFill>
            </a:endParaRPr>
          </a:p>
          <a:p>
            <a:pPr marL="342900" indent="-342900">
              <a:buFont typeface="Arial" panose="020B0604020202020204" pitchFamily="34" charset="0"/>
              <a:buChar char="•"/>
            </a:pPr>
            <a:r>
              <a:rPr lang="en-US" b="1" dirty="0">
                <a:solidFill>
                  <a:schemeClr val="bg2">
                    <a:lumMod val="75000"/>
                  </a:schemeClr>
                </a:solidFill>
              </a:rPr>
              <a:t>Bivariate analysis</a:t>
            </a:r>
            <a:r>
              <a:rPr lang="en-US" dirty="0">
                <a:solidFill>
                  <a:schemeClr val="bg2">
                    <a:lumMod val="75000"/>
                  </a:schemeClr>
                </a:solidFill>
              </a:rPr>
              <a:t> (boxplots, scatterplots) highlights relationships, e.g., how </a:t>
            </a:r>
            <a:r>
              <a:rPr lang="en-US" dirty="0" smtClean="0">
                <a:solidFill>
                  <a:schemeClr val="bg2">
                    <a:lumMod val="75000"/>
                  </a:schemeClr>
                </a:solidFill>
              </a:rPr>
              <a:t>sqft_lot affects the house </a:t>
            </a:r>
            <a:r>
              <a:rPr lang="en-US" dirty="0">
                <a:solidFill>
                  <a:schemeClr val="bg2">
                    <a:lumMod val="75000"/>
                  </a:schemeClr>
                </a:solidFill>
              </a:rPr>
              <a:t>prices.</a:t>
            </a:r>
          </a:p>
          <a:p>
            <a:pPr marL="342900" indent="-342900">
              <a:buFont typeface="Arial" panose="020B0604020202020204" pitchFamily="34" charset="0"/>
              <a:buChar char="•"/>
            </a:pPr>
            <a:r>
              <a:rPr lang="en-US" b="1" dirty="0">
                <a:solidFill>
                  <a:schemeClr val="bg2">
                    <a:lumMod val="75000"/>
                  </a:schemeClr>
                </a:solidFill>
              </a:rPr>
              <a:t>Multivariate analysis</a:t>
            </a:r>
            <a:r>
              <a:rPr lang="en-US" dirty="0">
                <a:solidFill>
                  <a:schemeClr val="bg2">
                    <a:lumMod val="75000"/>
                  </a:schemeClr>
                </a:solidFill>
              </a:rPr>
              <a:t> (heatmaps, pair plots) uncovers correlations among multiple features like Price, </a:t>
            </a:r>
            <a:r>
              <a:rPr lang="en-US" dirty="0" smtClean="0">
                <a:solidFill>
                  <a:schemeClr val="bg2">
                    <a:lumMod val="75000"/>
                  </a:schemeClr>
                </a:solidFill>
              </a:rPr>
              <a:t>Sqft_living </a:t>
            </a:r>
            <a:r>
              <a:rPr lang="en-US" dirty="0">
                <a:solidFill>
                  <a:schemeClr val="bg2">
                    <a:lumMod val="75000"/>
                  </a:schemeClr>
                </a:solidFill>
              </a:rPr>
              <a:t>and </a:t>
            </a:r>
            <a:r>
              <a:rPr lang="en-US" dirty="0" smtClean="0">
                <a:solidFill>
                  <a:schemeClr val="bg2">
                    <a:lumMod val="75000"/>
                  </a:schemeClr>
                </a:solidFill>
              </a:rPr>
              <a:t>floors.</a:t>
            </a:r>
            <a:endParaRPr lang="en-US" dirty="0">
              <a:solidFill>
                <a:schemeClr val="bg2">
                  <a:lumMod val="75000"/>
                </a:schemeClr>
              </a:solidFill>
            </a:endParaRPr>
          </a:p>
          <a:p>
            <a:pPr marL="342900" indent="-342900">
              <a:buFont typeface="Arial" panose="020B0604020202020204" pitchFamily="34" charset="0"/>
              <a:buChar char="•"/>
            </a:pPr>
            <a:r>
              <a:rPr lang="en-US" dirty="0">
                <a:solidFill>
                  <a:schemeClr val="bg2">
                    <a:lumMod val="75000"/>
                  </a:schemeClr>
                </a:solidFill>
              </a:rPr>
              <a:t>These visualizations make it easier to detect patterns, trends, and outliers that may not be visible from raw numbers alone.</a:t>
            </a:r>
          </a:p>
        </p:txBody>
      </p:sp>
    </p:spTree>
    <p:extLst>
      <p:ext uri="{BB962C8B-B14F-4D97-AF65-F5344CB8AC3E}">
        <p14:creationId xmlns:p14="http://schemas.microsoft.com/office/powerpoint/2010/main" val="18507688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AC9945DE-6054-16B1-FA08-EB3A31C131DF}"/>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42800581-2225-5802-A6C0-13EE46A361F5}"/>
              </a:ext>
            </a:extLst>
          </p:cNvPr>
          <p:cNvSpPr/>
          <p:nvPr/>
        </p:nvSpPr>
        <p:spPr>
          <a:xfrm>
            <a:off x="267419" y="1135349"/>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2" name="TextBox 1">
            <a:extLst>
              <a:ext uri="{FF2B5EF4-FFF2-40B4-BE49-F238E27FC236}">
                <a16:creationId xmlns="" xmlns:a16="http://schemas.microsoft.com/office/drawing/2014/main" id="{FFCEFF9F-E883-BC67-26A3-F8B15A37F686}"/>
              </a:ext>
            </a:extLst>
          </p:cNvPr>
          <p:cNvSpPr txBox="1"/>
          <p:nvPr/>
        </p:nvSpPr>
        <p:spPr>
          <a:xfrm>
            <a:off x="4267200" y="172527"/>
            <a:ext cx="3657600" cy="461665"/>
          </a:xfrm>
          <a:prstGeom prst="rect">
            <a:avLst/>
          </a:prstGeom>
          <a:noFill/>
        </p:spPr>
        <p:txBody>
          <a:bodyPr wrap="square" rtlCol="0">
            <a:spAutoFit/>
          </a:bodyPr>
          <a:lstStyle/>
          <a:p>
            <a:pPr algn="ctr"/>
            <a:r>
              <a:rPr lang="en-US" sz="2400" b="1" dirty="0">
                <a:solidFill>
                  <a:schemeClr val="bg1"/>
                </a:solidFill>
              </a:rPr>
              <a:t>Univariate Visualization</a:t>
            </a:r>
            <a:endParaRPr lang="en-IN" sz="2400" b="1" dirty="0">
              <a:solidFill>
                <a:schemeClr val="bg1"/>
              </a:solidFill>
            </a:endParaRPr>
          </a:p>
        </p:txBody>
      </p:sp>
      <p:sp>
        <p:nvSpPr>
          <p:cNvPr id="8" name="TextBox 7">
            <a:extLst>
              <a:ext uri="{FF2B5EF4-FFF2-40B4-BE49-F238E27FC236}">
                <a16:creationId xmlns="" xmlns:a16="http://schemas.microsoft.com/office/drawing/2014/main" id="{5CCD9B0F-F4D8-FDEB-1D4E-5D27620F0468}"/>
              </a:ext>
            </a:extLst>
          </p:cNvPr>
          <p:cNvSpPr txBox="1"/>
          <p:nvPr/>
        </p:nvSpPr>
        <p:spPr>
          <a:xfrm>
            <a:off x="6806242" y="2020036"/>
            <a:ext cx="4744528" cy="3831818"/>
          </a:xfrm>
          <a:prstGeom prst="rect">
            <a:avLst/>
          </a:prstGeom>
          <a:noFill/>
        </p:spPr>
        <p:txBody>
          <a:bodyPr wrap="square" rtlCol="0">
            <a:spAutoFit/>
          </a:bodyPr>
          <a:lstStyle/>
          <a:p>
            <a:pPr>
              <a:lnSpc>
                <a:spcPct val="150000"/>
              </a:lnSpc>
            </a:pPr>
            <a:r>
              <a:rPr lang="en-US" dirty="0">
                <a:solidFill>
                  <a:schemeClr val="bg1"/>
                </a:solidFill>
              </a:rPr>
              <a:t>Insights:</a:t>
            </a:r>
          </a:p>
          <a:p>
            <a:pPr>
              <a:lnSpc>
                <a:spcPct val="150000"/>
              </a:lnSpc>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This </a:t>
            </a:r>
            <a:r>
              <a:rPr lang="en-US" dirty="0" smtClean="0">
                <a:solidFill>
                  <a:schemeClr val="bg1"/>
                </a:solidFill>
              </a:rPr>
              <a:t>bar  chart  </a:t>
            </a:r>
            <a:r>
              <a:rPr lang="en-US" dirty="0">
                <a:solidFill>
                  <a:schemeClr val="bg1"/>
                </a:solidFill>
              </a:rPr>
              <a:t>shows the </a:t>
            </a:r>
            <a:r>
              <a:rPr lang="en-US" b="1" dirty="0" smtClean="0">
                <a:solidFill>
                  <a:schemeClr val="bg1"/>
                </a:solidFill>
              </a:rPr>
              <a:t>count of bedrooms.</a:t>
            </a:r>
            <a:endParaRPr lang="en-US" dirty="0">
              <a:solidFill>
                <a:schemeClr val="bg1"/>
              </a:solidFill>
            </a:endParaRPr>
          </a:p>
          <a:p>
            <a:pPr marL="285750" indent="-285750">
              <a:lnSpc>
                <a:spcPct val="150000"/>
              </a:lnSpc>
              <a:buFont typeface="Arial" panose="020B0604020202020204" pitchFamily="34" charset="0"/>
              <a:buChar char="•"/>
            </a:pPr>
            <a:r>
              <a:rPr lang="en-US" dirty="0" smtClean="0">
                <a:solidFill>
                  <a:schemeClr val="bg1"/>
                </a:solidFill>
              </a:rPr>
              <a:t>This chart represents</a:t>
            </a:r>
            <a:r>
              <a:rPr lang="en-US" dirty="0">
                <a:solidFill>
                  <a:schemeClr val="bg1"/>
                </a:solidFill>
              </a:rPr>
              <a:t> </a:t>
            </a:r>
            <a:r>
              <a:rPr lang="en-US" b="1" dirty="0" smtClean="0">
                <a:solidFill>
                  <a:schemeClr val="bg1"/>
                </a:solidFill>
              </a:rPr>
              <a:t>3 bedroom houses are in high count.</a:t>
            </a: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And very </a:t>
            </a:r>
            <a:r>
              <a:rPr lang="en-US" b="1" dirty="0">
                <a:solidFill>
                  <a:schemeClr val="bg1"/>
                </a:solidFill>
              </a:rPr>
              <a:t>low </a:t>
            </a:r>
            <a:r>
              <a:rPr lang="en-US" b="1" dirty="0" smtClean="0">
                <a:solidFill>
                  <a:schemeClr val="bg1"/>
                </a:solidFill>
              </a:rPr>
              <a:t>count is in 7 &amp; 8 bedrooms.</a:t>
            </a:r>
            <a:endParaRPr lang="en-US" dirty="0">
              <a:solidFill>
                <a:schemeClr val="bg1"/>
              </a:solidFill>
            </a:endParaRPr>
          </a:p>
          <a:p>
            <a:pPr>
              <a:lnSpc>
                <a:spcPct val="150000"/>
              </a:lnSpc>
            </a:pPr>
            <a:r>
              <a:rPr lang="en-US" dirty="0">
                <a:solidFill>
                  <a:schemeClr val="bg1"/>
                </a:solidFill>
              </a:rPr>
              <a:t/>
            </a:r>
            <a:br>
              <a:rPr lang="en-US" dirty="0">
                <a:solidFill>
                  <a:schemeClr val="bg1"/>
                </a:solidFill>
              </a:rPr>
            </a:br>
            <a:endParaRPr lang="en-IN"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498" y="1445580"/>
            <a:ext cx="6059671" cy="3871003"/>
          </a:xfrm>
          <a:prstGeom prst="rect">
            <a:avLst/>
          </a:prstGeom>
        </p:spPr>
      </p:pic>
    </p:spTree>
    <p:extLst>
      <p:ext uri="{BB962C8B-B14F-4D97-AF65-F5344CB8AC3E}">
        <p14:creationId xmlns:p14="http://schemas.microsoft.com/office/powerpoint/2010/main" val="14755384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B8BE16BB-E053-E8E1-09DB-8585FDFB6A1A}"/>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716B9668-D2D0-2456-3EF0-D29A943F3095}"/>
              </a:ext>
            </a:extLst>
          </p:cNvPr>
          <p:cNvSpPr/>
          <p:nvPr/>
        </p:nvSpPr>
        <p:spPr>
          <a:xfrm>
            <a:off x="267419" y="1135349"/>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2" name="TextBox 1">
            <a:extLst>
              <a:ext uri="{FF2B5EF4-FFF2-40B4-BE49-F238E27FC236}">
                <a16:creationId xmlns="" xmlns:a16="http://schemas.microsoft.com/office/drawing/2014/main" id="{E749D456-61DC-BA17-8B46-114A79887C63}"/>
              </a:ext>
            </a:extLst>
          </p:cNvPr>
          <p:cNvSpPr txBox="1"/>
          <p:nvPr/>
        </p:nvSpPr>
        <p:spPr>
          <a:xfrm>
            <a:off x="4267200" y="172527"/>
            <a:ext cx="3657600" cy="461665"/>
          </a:xfrm>
          <a:prstGeom prst="rect">
            <a:avLst/>
          </a:prstGeom>
          <a:noFill/>
        </p:spPr>
        <p:txBody>
          <a:bodyPr wrap="square" rtlCol="0">
            <a:spAutoFit/>
          </a:bodyPr>
          <a:lstStyle/>
          <a:p>
            <a:pPr algn="ctr"/>
            <a:r>
              <a:rPr lang="en-US" sz="2400" b="1" dirty="0">
                <a:solidFill>
                  <a:schemeClr val="bg1"/>
                </a:solidFill>
              </a:rPr>
              <a:t>Bivariate Visualization</a:t>
            </a:r>
            <a:endParaRPr lang="en-IN" sz="2400" b="1" dirty="0">
              <a:solidFill>
                <a:schemeClr val="bg1"/>
              </a:solidFill>
            </a:endParaRPr>
          </a:p>
        </p:txBody>
      </p:sp>
      <p:sp>
        <p:nvSpPr>
          <p:cNvPr id="6" name="TextBox 5">
            <a:extLst>
              <a:ext uri="{FF2B5EF4-FFF2-40B4-BE49-F238E27FC236}">
                <a16:creationId xmlns="" xmlns:a16="http://schemas.microsoft.com/office/drawing/2014/main" id="{04DE54F3-D9E1-B8C9-6B9F-062D03CD250F}"/>
              </a:ext>
            </a:extLst>
          </p:cNvPr>
          <p:cNvSpPr txBox="1"/>
          <p:nvPr/>
        </p:nvSpPr>
        <p:spPr>
          <a:xfrm>
            <a:off x="7053053" y="1983490"/>
            <a:ext cx="4744528" cy="4247317"/>
          </a:xfrm>
          <a:prstGeom prst="rect">
            <a:avLst/>
          </a:prstGeom>
          <a:noFill/>
        </p:spPr>
        <p:txBody>
          <a:bodyPr wrap="square" rtlCol="0">
            <a:spAutoFit/>
          </a:bodyPr>
          <a:lstStyle/>
          <a:p>
            <a:pPr>
              <a:lnSpc>
                <a:spcPct val="150000"/>
              </a:lnSpc>
            </a:pPr>
            <a:r>
              <a:rPr lang="en-US" dirty="0">
                <a:solidFill>
                  <a:schemeClr val="bg1"/>
                </a:solidFill>
              </a:rPr>
              <a:t>Insights:</a:t>
            </a:r>
          </a:p>
          <a:p>
            <a:pPr>
              <a:lnSpc>
                <a:spcPct val="150000"/>
              </a:lnSpc>
            </a:pP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This </a:t>
            </a:r>
            <a:r>
              <a:rPr lang="en-US" dirty="0" smtClean="0">
                <a:solidFill>
                  <a:schemeClr val="bg1"/>
                </a:solidFill>
              </a:rPr>
              <a:t>Scatterplot </a:t>
            </a:r>
            <a:r>
              <a:rPr lang="en-US" dirty="0">
                <a:solidFill>
                  <a:schemeClr val="bg1"/>
                </a:solidFill>
              </a:rPr>
              <a:t>shows </a:t>
            </a:r>
            <a:r>
              <a:rPr lang="en-US" dirty="0" smtClean="0">
                <a:solidFill>
                  <a:schemeClr val="bg1"/>
                </a:solidFill>
              </a:rPr>
              <a:t>Square feet lot </a:t>
            </a:r>
            <a:r>
              <a:rPr lang="en-US" dirty="0">
                <a:solidFill>
                  <a:schemeClr val="bg1"/>
                </a:solidFill>
              </a:rPr>
              <a:t>wise Price.</a:t>
            </a:r>
          </a:p>
          <a:p>
            <a:pPr marL="285750" indent="-285750">
              <a:lnSpc>
                <a:spcPct val="150000"/>
              </a:lnSpc>
              <a:buFont typeface="Arial" panose="020B0604020202020204" pitchFamily="34" charset="0"/>
              <a:buChar char="•"/>
            </a:pPr>
            <a:r>
              <a:rPr lang="en-US" dirty="0">
                <a:solidFill>
                  <a:schemeClr val="bg1"/>
                </a:solidFill>
              </a:rPr>
              <a:t>In this plot </a:t>
            </a:r>
            <a:r>
              <a:rPr lang="en-US" b="1" dirty="0" smtClean="0">
                <a:solidFill>
                  <a:schemeClr val="bg1"/>
                </a:solidFill>
              </a:rPr>
              <a:t>7500 &amp; 10000 has the highest pricing.</a:t>
            </a:r>
            <a:endParaRPr lang="en-US" dirty="0">
              <a:solidFill>
                <a:schemeClr val="bg1"/>
              </a:solidFill>
            </a:endParaRPr>
          </a:p>
          <a:p>
            <a:pPr marL="285750" indent="-285750">
              <a:lnSpc>
                <a:spcPct val="150000"/>
              </a:lnSpc>
              <a:buFont typeface="Arial" panose="020B0604020202020204" pitchFamily="34" charset="0"/>
              <a:buChar char="•"/>
            </a:pPr>
            <a:r>
              <a:rPr lang="en-US" dirty="0">
                <a:solidFill>
                  <a:schemeClr val="bg1"/>
                </a:solidFill>
              </a:rPr>
              <a:t>And most </a:t>
            </a:r>
            <a:r>
              <a:rPr lang="en-US" b="1" dirty="0">
                <a:solidFill>
                  <a:schemeClr val="bg1"/>
                </a:solidFill>
              </a:rPr>
              <a:t>lowest is </a:t>
            </a:r>
            <a:r>
              <a:rPr lang="en-US" b="1" dirty="0" smtClean="0">
                <a:solidFill>
                  <a:schemeClr val="bg1"/>
                </a:solidFill>
              </a:rPr>
              <a:t>0 to 2500 square feet lot.</a:t>
            </a:r>
            <a:endParaRPr lang="en-US" dirty="0">
              <a:solidFill>
                <a:schemeClr val="bg1"/>
              </a:solidFill>
            </a:endParaRPr>
          </a:p>
          <a:p>
            <a:pPr>
              <a:lnSpc>
                <a:spcPct val="150000"/>
              </a:lnSpc>
            </a:pPr>
            <a:r>
              <a:rPr lang="en-US" dirty="0">
                <a:solidFill>
                  <a:schemeClr val="bg1"/>
                </a:solidFill>
              </a:rPr>
              <a:t/>
            </a:r>
            <a:br>
              <a:rPr lang="en-US" dirty="0">
                <a:solidFill>
                  <a:schemeClr val="bg1"/>
                </a:solidFill>
              </a:rPr>
            </a:br>
            <a:endParaRPr lang="en-IN"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2150" y="868404"/>
            <a:ext cx="5553850" cy="1752845"/>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500" y="2621249"/>
            <a:ext cx="5182156" cy="3811392"/>
          </a:xfrm>
          <a:prstGeom prst="rect">
            <a:avLst/>
          </a:prstGeom>
        </p:spPr>
      </p:pic>
    </p:spTree>
    <p:extLst>
      <p:ext uri="{BB962C8B-B14F-4D97-AF65-F5344CB8AC3E}">
        <p14:creationId xmlns:p14="http://schemas.microsoft.com/office/powerpoint/2010/main" val="39054760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5185FF29-3B55-5772-6009-AB904A77B030}"/>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69FF9639-62AD-89E4-53A0-AE6FFDF15667}"/>
              </a:ext>
            </a:extLst>
          </p:cNvPr>
          <p:cNvSpPr/>
          <p:nvPr/>
        </p:nvSpPr>
        <p:spPr>
          <a:xfrm>
            <a:off x="267419" y="1135349"/>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2" name="TextBox 1">
            <a:extLst>
              <a:ext uri="{FF2B5EF4-FFF2-40B4-BE49-F238E27FC236}">
                <a16:creationId xmlns="" xmlns:a16="http://schemas.microsoft.com/office/drawing/2014/main" id="{7FA58A31-F46A-96CC-E799-0823D4394C89}"/>
              </a:ext>
            </a:extLst>
          </p:cNvPr>
          <p:cNvSpPr txBox="1"/>
          <p:nvPr/>
        </p:nvSpPr>
        <p:spPr>
          <a:xfrm>
            <a:off x="2997200" y="172527"/>
            <a:ext cx="5334000" cy="461665"/>
          </a:xfrm>
          <a:prstGeom prst="rect">
            <a:avLst/>
          </a:prstGeom>
          <a:noFill/>
        </p:spPr>
        <p:txBody>
          <a:bodyPr wrap="square" rtlCol="0">
            <a:spAutoFit/>
          </a:bodyPr>
          <a:lstStyle/>
          <a:p>
            <a:pPr algn="ctr"/>
            <a:r>
              <a:rPr lang="en-US" sz="2400" b="1" dirty="0">
                <a:solidFill>
                  <a:schemeClr val="bg1"/>
                </a:solidFill>
              </a:rPr>
              <a:t>Multivariate Visualization</a:t>
            </a:r>
            <a:endParaRPr lang="en-IN" sz="2400" b="1" dirty="0">
              <a:solidFill>
                <a:schemeClr val="bg1"/>
              </a:solidFill>
            </a:endParaRPr>
          </a:p>
        </p:txBody>
      </p:sp>
      <p:sp>
        <p:nvSpPr>
          <p:cNvPr id="6" name="TextBox 5">
            <a:extLst>
              <a:ext uri="{FF2B5EF4-FFF2-40B4-BE49-F238E27FC236}">
                <a16:creationId xmlns="" xmlns:a16="http://schemas.microsoft.com/office/drawing/2014/main" id="{262F685C-ABCA-92E0-7795-47AB848AA344}"/>
              </a:ext>
            </a:extLst>
          </p:cNvPr>
          <p:cNvSpPr txBox="1"/>
          <p:nvPr/>
        </p:nvSpPr>
        <p:spPr>
          <a:xfrm>
            <a:off x="6929053" y="867212"/>
            <a:ext cx="4744528" cy="5493812"/>
          </a:xfrm>
          <a:prstGeom prst="rect">
            <a:avLst/>
          </a:prstGeom>
          <a:noFill/>
        </p:spPr>
        <p:txBody>
          <a:bodyPr wrap="square" rtlCol="0">
            <a:spAutoFit/>
          </a:bodyPr>
          <a:lstStyle/>
          <a:p>
            <a:pPr>
              <a:lnSpc>
                <a:spcPct val="150000"/>
              </a:lnSpc>
            </a:pPr>
            <a:r>
              <a:rPr lang="en-US" dirty="0">
                <a:solidFill>
                  <a:schemeClr val="bg1"/>
                </a:solidFill>
              </a:rPr>
              <a:t>Insights:</a:t>
            </a:r>
          </a:p>
          <a:p>
            <a:pPr>
              <a:lnSpc>
                <a:spcPct val="150000"/>
              </a:lnSpc>
            </a:pPr>
            <a:endParaRPr lang="en-US" dirty="0">
              <a:solidFill>
                <a:schemeClr val="bg1"/>
              </a:solidFill>
            </a:endParaRPr>
          </a:p>
          <a:p>
            <a:r>
              <a:rPr lang="en-US" b="1" dirty="0">
                <a:solidFill>
                  <a:schemeClr val="bg1"/>
                </a:solidFill>
              </a:rPr>
              <a:t>Positive correlation:</a:t>
            </a:r>
          </a:p>
          <a:p>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Sqft_living </a:t>
            </a:r>
            <a:r>
              <a:rPr lang="en-US" dirty="0">
                <a:solidFill>
                  <a:schemeClr val="bg1"/>
                </a:solidFill>
              </a:rPr>
              <a:t>and </a:t>
            </a:r>
            <a:r>
              <a:rPr lang="en-US" dirty="0" smtClean="0">
                <a:solidFill>
                  <a:schemeClr val="bg1"/>
                </a:solidFill>
              </a:rPr>
              <a:t>Prices.</a:t>
            </a: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Bedrooms and Bathrooms.</a:t>
            </a:r>
          </a:p>
          <a:p>
            <a:endParaRPr lang="en-US" dirty="0" smtClean="0">
              <a:solidFill>
                <a:schemeClr val="bg1"/>
              </a:solidFill>
            </a:endParaRPr>
          </a:p>
          <a:p>
            <a:endParaRPr lang="en-US" dirty="0">
              <a:solidFill>
                <a:schemeClr val="bg1"/>
              </a:solidFill>
            </a:endParaRPr>
          </a:p>
          <a:p>
            <a:r>
              <a:rPr lang="en-US" b="1" dirty="0">
                <a:solidFill>
                  <a:schemeClr val="bg1"/>
                </a:solidFill>
              </a:rPr>
              <a:t>No correlation:</a:t>
            </a:r>
          </a:p>
          <a:p>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Sqft_above </a:t>
            </a:r>
          </a:p>
          <a:p>
            <a:pPr marL="285750" indent="-285750">
              <a:buFont typeface="Arial" panose="020B0604020202020204" pitchFamily="34" charset="0"/>
              <a:buChar char="•"/>
            </a:pPr>
            <a:r>
              <a:rPr lang="en-US" dirty="0" smtClean="0">
                <a:solidFill>
                  <a:schemeClr val="bg1"/>
                </a:solidFill>
              </a:rPr>
              <a:t>Condition.</a:t>
            </a:r>
            <a:endParaRPr lang="en-US" dirty="0">
              <a:solidFill>
                <a:schemeClr val="bg1"/>
              </a:solidFill>
            </a:endParaRPr>
          </a:p>
          <a:p>
            <a:endParaRPr lang="en-US" dirty="0">
              <a:solidFill>
                <a:schemeClr val="bg1"/>
              </a:solidFill>
            </a:endParaRPr>
          </a:p>
          <a:p>
            <a:r>
              <a:rPr lang="en-US" b="1" dirty="0">
                <a:solidFill>
                  <a:schemeClr val="bg1"/>
                </a:solidFill>
              </a:rPr>
              <a:t>Negative correlation:</a:t>
            </a:r>
          </a:p>
          <a:p>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Yr_built</a:t>
            </a:r>
          </a:p>
          <a:p>
            <a:pPr marL="285750" indent="-285750">
              <a:buFont typeface="Arial" panose="020B0604020202020204" pitchFamily="34" charset="0"/>
              <a:buChar char="•"/>
            </a:pPr>
            <a:r>
              <a:rPr lang="en-US" dirty="0" smtClean="0">
                <a:solidFill>
                  <a:schemeClr val="bg1"/>
                </a:solidFill>
              </a:rPr>
              <a:t>Yr_renovated.</a:t>
            </a:r>
            <a:endParaRPr lang="en-US" dirty="0">
              <a:solidFill>
                <a:schemeClr val="bg1"/>
              </a:solidFill>
            </a:endParaRPr>
          </a:p>
          <a:p>
            <a:pPr>
              <a:lnSpc>
                <a:spcPct val="150000"/>
              </a:lnSpc>
            </a:pPr>
            <a:endParaRPr lang="en-IN" dirty="0">
              <a:solidFill>
                <a:schemeClr val="bg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4600" y="867212"/>
            <a:ext cx="5887272" cy="1267002"/>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4600" y="2134214"/>
            <a:ext cx="5168181" cy="4471348"/>
          </a:xfrm>
          <a:prstGeom prst="rect">
            <a:avLst/>
          </a:prstGeom>
        </p:spPr>
      </p:pic>
    </p:spTree>
    <p:extLst>
      <p:ext uri="{BB962C8B-B14F-4D97-AF65-F5344CB8AC3E}">
        <p14:creationId xmlns:p14="http://schemas.microsoft.com/office/powerpoint/2010/main" val="206231271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EEE36D0-865B-166E-89DE-3D61DCE376A2}"/>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26324824-6808-F72D-2817-D5AECB9350FE}"/>
              </a:ext>
            </a:extLst>
          </p:cNvPr>
          <p:cNvSpPr/>
          <p:nvPr/>
        </p:nvSpPr>
        <p:spPr>
          <a:xfrm>
            <a:off x="267419" y="1135349"/>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3" name="Rectangle 1"/>
          <p:cNvSpPr>
            <a:spLocks noChangeArrowheads="1"/>
          </p:cNvSpPr>
          <p:nvPr/>
        </p:nvSpPr>
        <p:spPr bwMode="auto">
          <a:xfrm>
            <a:off x="1664554" y="1434071"/>
            <a:ext cx="9627560" cy="366890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79350" rIns="91440" bIns="7935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Price correlates strongly with </a:t>
            </a:r>
            <a:r>
              <a:rPr kumimoji="0" lang="en-US" altLang="en-US" sz="2000" b="1"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sqft_living</a:t>
            </a:r>
            <a:r>
              <a:rPr kumimoji="0" lang="en-US" altLang="en-US" sz="2000" b="0" i="0" u="none" strike="noStrike" cap="none" normalizeH="0" baseline="0" dirty="0" smtClean="0">
                <a:ln>
                  <a:noFill/>
                </a:ln>
                <a:solidFill>
                  <a:srgbClr val="1F1F1F"/>
                </a:solidFill>
                <a:effectLst/>
                <a:latin typeface="Google Sans Tex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Waterfront properties command significantly higher prices</a:t>
            </a:r>
            <a:r>
              <a:rPr kumimoji="0" lang="en-US" altLang="en-US" sz="2000" b="0" i="0" u="none" strike="noStrike" cap="none" normalizeH="0" baseline="0" dirty="0" smtClean="0">
                <a:ln>
                  <a:noFill/>
                </a:ln>
                <a:solidFill>
                  <a:srgbClr val="1F1F1F"/>
                </a:solidFill>
                <a:effectLst/>
                <a:latin typeface="Google Sans Tex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Bedrooms and bathrooms positively influence price</a:t>
            </a:r>
            <a:r>
              <a:rPr kumimoji="0" lang="en-US" altLang="en-US" sz="2000" b="0" i="0" u="none" strike="noStrike" cap="none" normalizeH="0" baseline="0" dirty="0" smtClean="0">
                <a:ln>
                  <a:noFill/>
                </a:ln>
                <a:solidFill>
                  <a:srgbClr val="1F1F1F"/>
                </a:solidFill>
                <a:effectLst/>
                <a:latin typeface="Google Sans Text"/>
              </a:rPr>
              <a:t>, with common    configurations being 3-4 beds/1.5-2.5 baths.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Floors</a:t>
            </a:r>
            <a:r>
              <a:rPr kumimoji="0" lang="en-US" altLang="en-US" sz="2000" b="1" i="0" u="none" strike="noStrike" cap="none" normalizeH="0" baseline="0" dirty="0" smtClean="0">
                <a:ln>
                  <a:noFill/>
                </a:ln>
                <a:solidFill>
                  <a:srgbClr val="1F1F1F"/>
                </a:solidFill>
                <a:effectLst/>
                <a:latin typeface="Google Sans Text"/>
              </a:rPr>
              <a:t> and </a:t>
            </a:r>
            <a:r>
              <a:rPr kumimoji="0" lang="en-US" altLang="en-US" sz="2000" b="1"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condition</a:t>
            </a:r>
            <a:r>
              <a:rPr kumimoji="0" lang="en-US" altLang="en-US" sz="2000" b="1" i="0" u="none" strike="noStrike" cap="none" normalizeH="0" baseline="0" dirty="0" smtClean="0">
                <a:ln>
                  <a:noFill/>
                </a:ln>
                <a:solidFill>
                  <a:srgbClr val="1F1F1F"/>
                </a:solidFill>
                <a:effectLst/>
                <a:latin typeface="Google Sans Text"/>
              </a:rPr>
              <a:t> have a significant relationship</a:t>
            </a:r>
            <a:r>
              <a:rPr kumimoji="0" lang="en-US" altLang="en-US" sz="2000" b="0" i="0" u="none" strike="noStrike" cap="none" normalizeH="0" baseline="0" dirty="0" smtClean="0">
                <a:ln>
                  <a:noFill/>
                </a:ln>
                <a:solidFill>
                  <a:srgbClr val="1F1F1F"/>
                </a:solidFill>
                <a:effectLst/>
                <a:latin typeface="Google Sans Text"/>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Price distribution is right-skewed with outliers</a:t>
            </a:r>
            <a:r>
              <a:rPr kumimoji="0" lang="en-US" altLang="en-US" sz="2000" b="0" i="0" u="none" strike="noStrike" cap="none" normalizeH="0" baseline="0" dirty="0" smtClean="0">
                <a:ln>
                  <a:noFill/>
                </a:ln>
                <a:solidFill>
                  <a:srgbClr val="1F1F1F"/>
                </a:solidFill>
                <a:effectLst/>
                <a:latin typeface="Google Sans Text"/>
              </a:rPr>
              <a:t>, which were treated.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No clear short-term price trend observed</a:t>
            </a:r>
            <a:r>
              <a:rPr kumimoji="0" lang="en-US" altLang="en-US" sz="2000" b="0" i="0" u="none" strike="noStrike" cap="none" normalizeH="0" baseline="0" dirty="0" smtClean="0">
                <a:ln>
                  <a:noFill/>
                </a:ln>
                <a:solidFill>
                  <a:srgbClr val="1F1F1F"/>
                </a:solidFill>
                <a:effectLst/>
                <a:latin typeface="Google Sans Text"/>
              </a:rPr>
              <a:t> over time.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4223657" y="616656"/>
            <a:ext cx="4234997" cy="461665"/>
          </a:xfrm>
          <a:prstGeom prst="rect">
            <a:avLst/>
          </a:prstGeom>
        </p:spPr>
        <p:txBody>
          <a:bodyPr wrap="square">
            <a:spAutoFit/>
          </a:bodyPr>
          <a:lstStyle/>
          <a:p>
            <a:r>
              <a:rPr lang="en-IN" sz="2400" b="1" dirty="0">
                <a:solidFill>
                  <a:srgbClr val="1F1F1F"/>
                </a:solidFill>
                <a:latin typeface="Georgia" panose="02040502050405020303" pitchFamily="18" charset="0"/>
              </a:rPr>
              <a:t>Key Insights from EDA</a:t>
            </a:r>
            <a:endParaRPr lang="en-IN" sz="2400" b="1" i="0" dirty="0">
              <a:solidFill>
                <a:srgbClr val="1F1F1F"/>
              </a:solidFill>
              <a:effectLst/>
              <a:latin typeface="Georgia" panose="02040502050405020303" pitchFamily="18" charset="0"/>
            </a:endParaRPr>
          </a:p>
        </p:txBody>
      </p:sp>
    </p:spTree>
    <p:extLst>
      <p:ext uri="{BB962C8B-B14F-4D97-AF65-F5344CB8AC3E}">
        <p14:creationId xmlns:p14="http://schemas.microsoft.com/office/powerpoint/2010/main" val="31557629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37D13BC-94D2-C17E-6EDC-D8C9AF86E1D2}"/>
            </a:ext>
          </a:extLst>
        </p:cNvPr>
        <p:cNvGrpSpPr/>
        <p:nvPr/>
      </p:nvGrpSpPr>
      <p:grpSpPr>
        <a:xfrm>
          <a:off x="0" y="0"/>
          <a:ext cx="0" cy="0"/>
          <a:chOff x="0" y="0"/>
          <a:chExt cx="0" cy="0"/>
        </a:xfrm>
      </p:grpSpPr>
      <p:sp>
        <p:nvSpPr>
          <p:cNvPr id="11" name="Rectangle 10">
            <a:extLst>
              <a:ext uri="{FF2B5EF4-FFF2-40B4-BE49-F238E27FC236}">
                <a16:creationId xmlns="" xmlns:a16="http://schemas.microsoft.com/office/drawing/2014/main" id="{2DED1BBE-779E-4471-85FA-637667FCD1A5}"/>
              </a:ext>
            </a:extLst>
          </p:cNvPr>
          <p:cNvSpPr/>
          <p:nvPr/>
        </p:nvSpPr>
        <p:spPr>
          <a:xfrm>
            <a:off x="267419" y="1135349"/>
            <a:ext cx="7280694" cy="29718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highlight>
                <a:srgbClr val="FFFF00"/>
              </a:highlight>
            </a:endParaRPr>
          </a:p>
        </p:txBody>
      </p:sp>
      <p:sp>
        <p:nvSpPr>
          <p:cNvPr id="2" name="TextBox 1">
            <a:extLst>
              <a:ext uri="{FF2B5EF4-FFF2-40B4-BE49-F238E27FC236}">
                <a16:creationId xmlns="" xmlns:a16="http://schemas.microsoft.com/office/drawing/2014/main" id="{E86FC6DA-A2F3-179F-B47B-779852EFEF8A}"/>
              </a:ext>
            </a:extLst>
          </p:cNvPr>
          <p:cNvSpPr txBox="1"/>
          <p:nvPr/>
        </p:nvSpPr>
        <p:spPr>
          <a:xfrm>
            <a:off x="3328493" y="181242"/>
            <a:ext cx="5828570" cy="523220"/>
          </a:xfrm>
          <a:prstGeom prst="rect">
            <a:avLst/>
          </a:prstGeom>
          <a:noFill/>
        </p:spPr>
        <p:txBody>
          <a:bodyPr wrap="square" rtlCol="0">
            <a:spAutoFit/>
          </a:bodyPr>
          <a:lstStyle/>
          <a:p>
            <a:pPr algn="ctr"/>
            <a:r>
              <a:rPr lang="en-US" sz="2800" b="1" dirty="0" smtClean="0">
                <a:solidFill>
                  <a:schemeClr val="bg1"/>
                </a:solidFill>
              </a:rPr>
              <a:t>Recommendations &amp; Conclusion</a:t>
            </a:r>
            <a:endParaRPr lang="en-US" sz="2800" b="1" dirty="0">
              <a:solidFill>
                <a:schemeClr val="bg1"/>
              </a:solidFill>
            </a:endParaRPr>
          </a:p>
        </p:txBody>
      </p:sp>
      <p:sp>
        <p:nvSpPr>
          <p:cNvPr id="4" name="Rectangle 1"/>
          <p:cNvSpPr>
            <a:spLocks noChangeArrowheads="1"/>
          </p:cNvSpPr>
          <p:nvPr/>
        </p:nvSpPr>
        <p:spPr bwMode="auto">
          <a:xfrm>
            <a:off x="1045370" y="1135349"/>
            <a:ext cx="10101257" cy="4730732"/>
          </a:xfrm>
          <a:prstGeom prst="rect">
            <a:avLst/>
          </a:prstGeom>
          <a:solidFill>
            <a:srgbClr val="ACEEB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79350" rIns="91440" bIns="7935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Prioritize Sqft_Living</a:t>
            </a:r>
            <a:r>
              <a:rPr kumimoji="0" lang="en-US" altLang="en-US" sz="2000" b="0" i="0" u="none" strike="noStrike" cap="none" normalizeH="0" baseline="0" dirty="0" smtClean="0">
                <a:ln>
                  <a:noFill/>
                </a:ln>
                <a:solidFill>
                  <a:srgbClr val="1F1F1F"/>
                </a:solidFill>
                <a:effectLst/>
                <a:latin typeface="Google Sans Text"/>
              </a:rPr>
              <a:t>: Heavily weight </a:t>
            </a:r>
            <a:r>
              <a:rPr kumimoji="0" lang="en-US" altLang="en-US" sz="2000" b="0"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sqft_living</a:t>
            </a:r>
            <a:r>
              <a:rPr kumimoji="0" lang="en-US" altLang="en-US" sz="2000" b="0" i="0" u="none" strike="noStrike" cap="none" normalizeH="0" baseline="0" dirty="0" smtClean="0">
                <a:ln>
                  <a:noFill/>
                </a:ln>
                <a:solidFill>
                  <a:srgbClr val="1F1F1F"/>
                </a:solidFill>
                <a:effectLst/>
                <a:latin typeface="Google Sans Text"/>
              </a:rPr>
              <a:t> in pricing due to strong correlation with price.</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Premium for Waterfront</a:t>
            </a:r>
            <a:r>
              <a:rPr kumimoji="0" lang="en-US" altLang="en-US" sz="2000" b="0" i="0" u="none" strike="noStrike" cap="none" normalizeH="0" baseline="0" dirty="0" smtClean="0">
                <a:ln>
                  <a:noFill/>
                </a:ln>
                <a:solidFill>
                  <a:srgbClr val="1F1F1F"/>
                </a:solidFill>
                <a:effectLst/>
                <a:latin typeface="Google Sans Text"/>
              </a:rPr>
              <a:t>: Aggressively market and price waterfront properties higher.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Optimize Bed/Bath</a:t>
            </a:r>
            <a:r>
              <a:rPr kumimoji="0" lang="en-US" altLang="en-US" sz="2000" b="0" i="0" u="none" strike="noStrike" cap="none" normalizeH="0" baseline="0" dirty="0" smtClean="0">
                <a:ln>
                  <a:noFill/>
                </a:ln>
                <a:solidFill>
                  <a:srgbClr val="1F1F1F"/>
                </a:solidFill>
                <a:effectLst/>
                <a:latin typeface="Google Sans Text"/>
              </a:rPr>
              <a:t>: Analyze and price properties with optimal or higher bedroom/bathroom counts strategically.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Invest in Waterfront</a:t>
            </a:r>
            <a:r>
              <a:rPr kumimoji="0" lang="en-US" altLang="en-US" sz="2000" b="0" i="0" u="none" strike="noStrike" cap="none" normalizeH="0" baseline="0" dirty="0" smtClean="0">
                <a:ln>
                  <a:noFill/>
                </a:ln>
                <a:solidFill>
                  <a:srgbClr val="1F1F1F"/>
                </a:solidFill>
                <a:effectLst/>
                <a:latin typeface="Google Sans Text"/>
              </a:rPr>
              <a:t>: Acquire and renovate waterfront properties for high returns.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000" b="1" i="0" u="none" strike="noStrike" cap="none" normalizeH="0" baseline="0" dirty="0" smtClean="0">
                <a:ln>
                  <a:noFill/>
                </a:ln>
                <a:solidFill>
                  <a:srgbClr val="1F1F1F"/>
                </a:solidFill>
                <a:effectLst/>
                <a:latin typeface="Google Sans Text"/>
              </a:rPr>
              <a:t>Competitive Sqft</a:t>
            </a:r>
            <a:r>
              <a:rPr kumimoji="0" lang="en-US" altLang="en-US" sz="2000" b="0" i="0" u="none" strike="noStrike" cap="none" normalizeH="0" baseline="0" dirty="0" smtClean="0">
                <a:ln>
                  <a:noFill/>
                </a:ln>
                <a:solidFill>
                  <a:srgbClr val="1F1F1F"/>
                </a:solidFill>
                <a:effectLst/>
                <a:latin typeface="Google Sans Text"/>
              </a:rPr>
              <a:t>: Ensure new developments offer</a:t>
            </a:r>
            <a:r>
              <a:rPr kumimoji="0" lang="en-US" altLang="en-US" sz="2000" b="0" i="0" u="none" strike="noStrike" cap="none" normalizeH="0" dirty="0" smtClean="0">
                <a:ln>
                  <a:noFill/>
                </a:ln>
                <a:solidFill>
                  <a:srgbClr val="1F1F1F"/>
                </a:solidFill>
                <a:effectLst/>
                <a:latin typeface="Google Sans Text"/>
              </a:rPr>
              <a:t> </a:t>
            </a:r>
            <a:r>
              <a:rPr kumimoji="0" lang="en-US" altLang="en-US" sz="2000" b="0" i="0" u="none" strike="noStrike" cap="none" normalizeH="0" baseline="0" dirty="0" smtClean="0">
                <a:ln>
                  <a:noFill/>
                </a:ln>
                <a:solidFill>
                  <a:srgbClr val="1F1F1F"/>
                </a:solidFill>
                <a:effectLst/>
                <a:latin typeface="Google Sans Text"/>
              </a:rPr>
              <a:t>competitive </a:t>
            </a:r>
            <a:r>
              <a:rPr kumimoji="0" lang="en-US" altLang="en-US" sz="2000" b="0"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sqft_living</a:t>
            </a:r>
            <a:r>
              <a:rPr kumimoji="0" lang="en-US" altLang="en-US" sz="2000" b="0" i="0" u="none" strike="noStrike" cap="none" normalizeH="0" baseline="0" dirty="0" smtClean="0">
                <a:ln>
                  <a:noFill/>
                </a:ln>
                <a:solidFill>
                  <a:srgbClr val="1F1F1F"/>
                </a:solidFill>
                <a:effectLst/>
                <a:latin typeface="Google Sans Text"/>
              </a:rPr>
              <a:t> and </a:t>
            </a:r>
            <a:r>
              <a:rPr kumimoji="0" lang="en-US" altLang="en-US" sz="2000" b="0" i="0" u="none" strike="noStrike" cap="none" normalizeH="0" baseline="0" dirty="0" smtClean="0">
                <a:ln>
                  <a:noFill/>
                </a:ln>
                <a:solidFill>
                  <a:srgbClr val="1F1F1F"/>
                </a:solidFill>
                <a:effectLst/>
                <a:latin typeface="Courier New" panose="02070309020205020404" pitchFamily="49" charset="0"/>
                <a:cs typeface="Courier New" panose="02070309020205020404" pitchFamily="49" charset="0"/>
              </a:rPr>
              <a:t>sqft_lot</a:t>
            </a:r>
            <a:r>
              <a:rPr kumimoji="0" lang="en-US" altLang="en-US" sz="2000" b="0" i="0" u="none" strike="noStrike" cap="none" normalizeH="0" baseline="0" dirty="0" smtClean="0">
                <a:ln>
                  <a:noFill/>
                </a:ln>
                <a:solidFill>
                  <a:srgbClr val="1F1F1F"/>
                </a:solidFill>
                <a:effectLst/>
                <a:latin typeface="Google Sans Text"/>
              </a:rPr>
              <a:t>.</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97294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10C1B7-6E4E-3DEE-50C0-1CA3B14303EE}"/>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426113241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92DB9E12-8AC3-4138-BF4D-720A5525AB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3.xml><?xml version="1.0" encoding="utf-8"?>
<ds:datastoreItem xmlns:ds="http://schemas.openxmlformats.org/officeDocument/2006/customXml" ds:itemID="{4F4B194E-8B30-4377-8C59-ECFB902D2A26}">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TM04033921[[fn=Damask]]</Template>
  <TotalTime>643</TotalTime>
  <Words>654</Words>
  <Application>Microsoft Office PowerPoint</Application>
  <PresentationFormat>Widescreen</PresentationFormat>
  <Paragraphs>115</Paragraphs>
  <Slides>18</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Bookman Old Style</vt:lpstr>
      <vt:lpstr>Calibri</vt:lpstr>
      <vt:lpstr>Courier New</vt:lpstr>
      <vt:lpstr>Georgia</vt:lpstr>
      <vt:lpstr>Google Sans Text</vt:lpstr>
      <vt:lpstr>Rockwell</vt:lpstr>
      <vt:lpstr>Damask</vt:lpstr>
      <vt:lpstr>Python Reinforcement Project</vt:lpstr>
      <vt:lpstr>Agenda</vt:lpstr>
      <vt:lpstr>Introduction</vt:lpstr>
      <vt:lpstr>Data Understanding</vt:lpstr>
      <vt:lpstr>Data Cleaning</vt:lpstr>
      <vt:lpstr>Handling Missing values</vt:lpstr>
      <vt:lpstr>Datatype Conversion</vt:lpstr>
      <vt:lpstr>Checking Outliers</vt:lpstr>
      <vt:lpstr>Descriptive Analysis</vt:lpstr>
      <vt:lpstr>Statistic Analysis</vt:lpstr>
      <vt:lpstr>PowerPoint Presentation</vt:lpstr>
      <vt:lpstr>Data Visualization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Reinforcement Project</dc:title>
  <dc:creator>Janarthanan Marimuthu</dc:creator>
  <cp:lastModifiedBy>Microsoft account</cp:lastModifiedBy>
  <cp:revision>32</cp:revision>
  <dcterms:created xsi:type="dcterms:W3CDTF">2025-09-20T14:43:11Z</dcterms:created>
  <dcterms:modified xsi:type="dcterms:W3CDTF">2025-12-10T03:46:05Z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